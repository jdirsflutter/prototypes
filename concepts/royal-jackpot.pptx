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032" r:id="rId4"/>
  </p:sldMasterIdLst>
  <p:notesMasterIdLst>
    <p:notesMasterId r:id="rId11"/>
  </p:notesMasterIdLst>
  <p:handoutMasterIdLst>
    <p:handoutMasterId r:id="rId12"/>
  </p:handoutMasterIdLst>
  <p:sldIdLst>
    <p:sldId id="540" r:id="rId7"/>
  </p:sldIdLst>
  <p:sldSz cx="12192000" cy="6858000"/>
  <p:notesSz cx="6858000" cy="9144000"/>
  <p:embeddedFontLst>
    <p:embeddedFont>
      <p:font typeface="1976 Sans Light" pitchFamily="2" charset="77"/>
      <p:regular r:id="rId13"/>
    </p:embeddedFont>
    <p:embeddedFont>
      <p:font typeface="Clash Display" pitchFamily="2" charset="0"/>
      <p:regular r:id="rId14"/>
      <p:bold r:id="rId15"/>
    </p:embeddedFont>
    <p:embeddedFont>
      <p:font typeface="Clash Display Semibold" pitchFamily="2" charset="0"/>
      <p:regular r:id="rId16"/>
      <p:bold r:id="rId17"/>
    </p:embeddedFont>
    <p:embeddedFont>
      <p:font typeface="Poppins" pitchFamily="2" charset="77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s" id="{0979E77E-5979-A44A-8299-A1A0834637B6}">
          <p14:sldIdLst>
            <p14:sldId id="359"/>
          </p14:sldIdLst>
        </p14:section>
        <p14:section name="Contents" id="{2A19512D-B623-6142-88B9-BF66DD1D2E02}">
          <p14:sldIdLst>
            <p14:sldId id="400"/>
          </p14:sldIdLst>
        </p14:section>
        <p14:section name="Text" id="{5840B87F-A21F-AD44-B899-7878FF0EE578}">
          <p14:sldIdLst>
            <p14:sldId id="540"/>
          </p14:sldIdLst>
        </p14:section>
        <p14:section name="Tables" id="{38AD4303-A02C-3148-BBDE-E944BCCA27B2}">
          <p14:sldIdLst>
            <p14:sldId id="280"/>
          </p14:sldIdLst>
        </p14:section>
        <p14:section name="Section Dividers" id="{2B17BFEC-BB68-D843-80F1-E0162A6F27FE}">
          <p14:sldIdLst>
            <p14:sldId id="508"/>
          </p14:sldIdLst>
        </p14:section>
        <p14:section name="UKI Brand variants" id="{1878917C-4A00-4766-BD0C-DCE486394146}">
          <p14:sldIdLst/>
        </p14:section>
        <p14:section name="Town hall format" id="{1C0BED07-0F07-40C7-986E-A51C1FD2AB91}">
          <p14:sldIdLst/>
        </p14:section>
        <p14:section name="Holding slides" id="{EDC8ED19-EA94-0C4A-B0A5-2DC83C12657F}">
          <p14:sldIdLst>
            <p14:sldId id="325"/>
          </p14:sldIdLst>
        </p14:section>
        <p14:section name="EXTRAS" id="{2BC6C515-76B6-8E4C-A760-E6BD760ADB77}">
          <p14:sldIdLst/>
        </p14:section>
      </p14:sectionLst>
    </p:ext>
    <p:ext uri="{EFAFB233-063F-42B5-8137-9DF3F51BA10A}">
      <p15:sldGuideLst xmlns:p15="http://schemas.microsoft.com/office/powerpoint/2012/main">
        <p15:guide id="2" pos="3863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BE5DBD-0ABD-22B4-6D21-48D39F9B7640}" name="Oliver Lambert" initials="OL" userId="S::oliver.lambert@flutteruki.com::d95565bf-3825-4279-9bc5-c4cff660e07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021237"/>
    <a:srgbClr val="D70A0A"/>
    <a:srgbClr val="1866BC"/>
    <a:srgbClr val="ECECEC"/>
    <a:srgbClr val="21544D"/>
    <a:srgbClr val="D91217"/>
    <a:srgbClr val="503590"/>
    <a:srgbClr val="FFFFFF"/>
    <a:srgbClr val="DC12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D1DB85-0C8C-864F-8903-3FC12C5D76D6}" v="335" dt="2025-07-24T12:31:58.228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90" d="100"/>
          <a:sy n="90" d="100"/>
        </p:scale>
        <p:origin x="216" y="864"/>
      </p:cViewPr>
      <p:guideLst>
        <p:guide pos="386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font" Target="fonts/font9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Relationship Id="rId27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E8D036-9253-8C48-DBF2-252D7CF5A2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Poppins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5B7FA-15FA-9894-13CE-E3105EE6D5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FE58C-5605-4F73-92A6-42669D55FFFC}" type="datetimeFigureOut">
              <a:rPr lang="en-GB" smtClean="0">
                <a:latin typeface="Poppins" pitchFamily="2" charset="77"/>
              </a:rPr>
              <a:t>17/03/2026</a:t>
            </a:fld>
            <a:endParaRPr lang="en-GB">
              <a:latin typeface="Poppins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A7AD8-6975-1DD9-634A-C105A23DC1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Poppins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5FFC0-6F18-C879-6337-566D025124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49D52-5C49-42A8-B874-C85FDFD0FE95}" type="slidenum">
              <a:rPr lang="en-GB" smtClean="0">
                <a:latin typeface="Poppins" pitchFamily="2" charset="77"/>
              </a:rPr>
              <a:t>‹#›</a:t>
            </a:fld>
            <a:endParaRPr lang="en-GB">
              <a:latin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1909864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Poppins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6BB8F-0A1E-48A2-9080-BFA893B358D7}" type="datetimeFigureOut">
              <a:rPr lang="en-GB" smtClean="0">
                <a:latin typeface="Poppins" pitchFamily="2" charset="77"/>
              </a:rPr>
              <a:t>17/03/2026</a:t>
            </a:fld>
            <a:endParaRPr lang="en-GB">
              <a:latin typeface="Poppins" pitchFamily="2" charset="77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>
              <a:latin typeface="Poppins" pitchFamily="2" charset="77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Poppins" pitchFamily="2" charset="77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6BEA1-DA1B-4505-9814-08F6EB017394}" type="slidenum">
              <a:rPr lang="en-GB" smtClean="0">
                <a:latin typeface="Poppins" pitchFamily="2" charset="77"/>
              </a:rPr>
              <a:t>‹#›</a:t>
            </a:fld>
            <a:endParaRPr lang="en-GB">
              <a:latin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100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 pitchFamily="2" charset="77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 pitchFamily="2" charset="77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 pitchFamily="2" charset="77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 pitchFamily="2" charset="77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jpeg"/></Relationships>
</file>

<file path=ppt/slideLayouts/_rels/slideLayout3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jpeg"/></Relationships>
</file>

<file path=ppt/slideLayouts/_rels/slideLayout4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Relationship Id="rId5" Type="http://schemas.openxmlformats.org/officeDocument/2006/relationships/image" Target="../media/image10.png"/></Relationships>
</file>

<file path=ppt/slideLayouts/_rels/slideLayout6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Relationship Id="rId5" Type="http://schemas.openxmlformats.org/officeDocument/2006/relationships/image" Target="../media/image11.png"/></Relationships>
</file>

<file path=ppt/slideLayouts/_rels/slideLayout7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Relationship Id="rId5" Type="http://schemas.openxmlformats.org/officeDocument/2006/relationships/image" Target="../media/image12.png"/></Relationships>
</file>

<file path=ppt/slideLayouts/_rels/slideLayout8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Relationship Id="rId5" Type="http://schemas.openxmlformats.org/officeDocument/2006/relationships/image" Target="../media/image13.png"/></Relationships>
</file>

<file path=ppt/slideLayouts/_rels/slideLayout9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Relationship Id="rId5" Type="http://schemas.openxmlformats.org/officeDocument/2006/relationships/image" Target="../media/image14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Relationship Id="rId5" Type="http://schemas.openxmlformats.org/officeDocument/2006/relationships/image" Target="../media/image15.png"/></Relationships>
</file>

<file path=ppt/slideLayouts/_rels/slideLayout11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30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1302-EFE3-4100-97D2-90E86818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6" y="708025"/>
            <a:ext cx="7786687" cy="3320441"/>
          </a:xfrm>
          <a:prstGeom prst="rect">
            <a:avLst/>
          </a:prstGeom>
        </p:spPr>
        <p:txBody>
          <a:bodyPr vert="horz" tIns="0" bIns="0" anchor="b">
            <a:noAutofit/>
          </a:bodyPr>
          <a:lstStyle>
            <a:lvl1pPr>
              <a:lnSpc>
                <a:spcPct val="72000"/>
              </a:lnSpc>
              <a:defRPr sz="4800" b="1" i="0" cap="all" baseline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3E566A-7C71-E634-F4F5-A744273F1E34}"/>
              </a:ext>
            </a:extLst>
          </p:cNvPr>
          <p:cNvCxnSpPr>
            <a:cxnSpLocks/>
          </p:cNvCxnSpPr>
          <p:nvPr/>
        </p:nvCxnSpPr>
        <p:spPr>
          <a:xfrm>
            <a:off x="714376" y="4166292"/>
            <a:ext cx="27924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C3D541F6-EA68-3C94-9EB3-0D617036C3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4376" y="4391025"/>
            <a:ext cx="7786687" cy="158114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87B5407-F6BE-8099-A815-4EE283B226FB}"/>
              </a:ext>
            </a:extLst>
          </p:cNvPr>
          <p:cNvSpPr>
            <a:spLocks noChangeAspect="1"/>
          </p:cNvSpPr>
          <p:nvPr/>
        </p:nvSpPr>
        <p:spPr>
          <a:xfrm>
            <a:off x="10342563" y="5972176"/>
            <a:ext cx="1494079" cy="527050"/>
          </a:xfrm>
          <a:custGeom>
            <a:avLst/>
            <a:gdLst>
              <a:gd name="connsiteX0" fmla="*/ 1503045 w 4257865"/>
              <a:gd name="connsiteY0" fmla="*/ 1381696 h 1501997"/>
              <a:gd name="connsiteX1" fmla="*/ 1503176 w 4257865"/>
              <a:gd name="connsiteY1" fmla="*/ 1381851 h 1501997"/>
              <a:gd name="connsiteX2" fmla="*/ 1488090 w 4257865"/>
              <a:gd name="connsiteY2" fmla="*/ 1397126 h 1501997"/>
              <a:gd name="connsiteX3" fmla="*/ 1483423 w 4257865"/>
              <a:gd name="connsiteY3" fmla="*/ 1414843 h 1501997"/>
              <a:gd name="connsiteX4" fmla="*/ 1492853 w 4257865"/>
              <a:gd name="connsiteY4" fmla="*/ 1434750 h 1501997"/>
              <a:gd name="connsiteX5" fmla="*/ 1514379 w 4257865"/>
              <a:gd name="connsiteY5" fmla="*/ 1441799 h 1501997"/>
              <a:gd name="connsiteX6" fmla="*/ 1529048 w 4257865"/>
              <a:gd name="connsiteY6" fmla="*/ 1439608 h 1501997"/>
              <a:gd name="connsiteX7" fmla="*/ 1544955 w 4257865"/>
              <a:gd name="connsiteY7" fmla="*/ 1431321 h 1501997"/>
              <a:gd name="connsiteX8" fmla="*/ 1503176 w 4257865"/>
              <a:gd name="connsiteY8" fmla="*/ 1381851 h 1501997"/>
              <a:gd name="connsiteX9" fmla="*/ 1503235 w 4257865"/>
              <a:gd name="connsiteY9" fmla="*/ 1381791 h 1501997"/>
              <a:gd name="connsiteX10" fmla="*/ 2832735 w 4257865"/>
              <a:gd name="connsiteY10" fmla="*/ 1288732 h 1501997"/>
              <a:gd name="connsiteX11" fmla="*/ 2801683 w 4257865"/>
              <a:gd name="connsiteY11" fmla="*/ 1387506 h 1501997"/>
              <a:gd name="connsiteX12" fmla="*/ 2862548 w 4257865"/>
              <a:gd name="connsiteY12" fmla="*/ 1387506 h 1501997"/>
              <a:gd name="connsiteX13" fmla="*/ 3387661 w 4257865"/>
              <a:gd name="connsiteY13" fmla="*/ 1288637 h 1501997"/>
              <a:gd name="connsiteX14" fmla="*/ 3387661 w 4257865"/>
              <a:gd name="connsiteY14" fmla="*/ 1432179 h 1501997"/>
              <a:gd name="connsiteX15" fmla="*/ 3416712 w 4257865"/>
              <a:gd name="connsiteY15" fmla="*/ 1432179 h 1501997"/>
              <a:gd name="connsiteX16" fmla="*/ 3416808 w 4257865"/>
              <a:gd name="connsiteY16" fmla="*/ 1432179 h 1501997"/>
              <a:gd name="connsiteX17" fmla="*/ 3471005 w 4257865"/>
              <a:gd name="connsiteY17" fmla="*/ 1412176 h 1501997"/>
              <a:gd name="connsiteX18" fmla="*/ 3490150 w 4257865"/>
              <a:gd name="connsiteY18" fmla="*/ 1360360 h 1501997"/>
              <a:gd name="connsiteX19" fmla="*/ 3485673 w 4257865"/>
              <a:gd name="connsiteY19" fmla="*/ 1331119 h 1501997"/>
              <a:gd name="connsiteX20" fmla="*/ 3472148 w 4257865"/>
              <a:gd name="connsiteY20" fmla="*/ 1308544 h 1501997"/>
              <a:gd name="connsiteX21" fmla="*/ 3449383 w 4257865"/>
              <a:gd name="connsiteY21" fmla="*/ 1293876 h 1501997"/>
              <a:gd name="connsiteX22" fmla="*/ 3416712 w 4257865"/>
              <a:gd name="connsiteY22" fmla="*/ 1288637 h 1501997"/>
              <a:gd name="connsiteX23" fmla="*/ 2019109 w 4257865"/>
              <a:gd name="connsiteY23" fmla="*/ 1282731 h 1501997"/>
              <a:gd name="connsiteX24" fmla="*/ 2019109 w 4257865"/>
              <a:gd name="connsiteY24" fmla="*/ 1347692 h 1501997"/>
              <a:gd name="connsiteX25" fmla="*/ 2053780 w 4257865"/>
              <a:gd name="connsiteY25" fmla="*/ 1347692 h 1501997"/>
              <a:gd name="connsiteX26" fmla="*/ 2053875 w 4257865"/>
              <a:gd name="connsiteY26" fmla="*/ 1347596 h 1501997"/>
              <a:gd name="connsiteX27" fmla="*/ 2076830 w 4257865"/>
              <a:gd name="connsiteY27" fmla="*/ 1338929 h 1501997"/>
              <a:gd name="connsiteX28" fmla="*/ 2085688 w 4257865"/>
              <a:gd name="connsiteY28" fmla="*/ 1315783 h 1501997"/>
              <a:gd name="connsiteX29" fmla="*/ 2077211 w 4257865"/>
              <a:gd name="connsiteY29" fmla="*/ 1291590 h 1501997"/>
              <a:gd name="connsiteX30" fmla="*/ 2053398 w 4257865"/>
              <a:gd name="connsiteY30" fmla="*/ 1282731 h 1501997"/>
              <a:gd name="connsiteX31" fmla="*/ 3316414 w 4257865"/>
              <a:gd name="connsiteY31" fmla="*/ 1226248 h 1501997"/>
              <a:gd name="connsiteX32" fmla="*/ 3419570 w 4257865"/>
              <a:gd name="connsiteY32" fmla="*/ 1226248 h 1501997"/>
              <a:gd name="connsiteX33" fmla="*/ 3477006 w 4257865"/>
              <a:gd name="connsiteY33" fmla="*/ 1234345 h 1501997"/>
              <a:gd name="connsiteX34" fmla="*/ 3522726 w 4257865"/>
              <a:gd name="connsiteY34" fmla="*/ 1258919 h 1501997"/>
              <a:gd name="connsiteX35" fmla="*/ 3552920 w 4257865"/>
              <a:gd name="connsiteY35" fmla="*/ 1301210 h 1501997"/>
              <a:gd name="connsiteX36" fmla="*/ 3563778 w 4257865"/>
              <a:gd name="connsiteY36" fmla="*/ 1362075 h 1501997"/>
              <a:gd name="connsiteX37" fmla="*/ 3552729 w 4257865"/>
              <a:gd name="connsiteY37" fmla="*/ 1420273 h 1501997"/>
              <a:gd name="connsiteX38" fmla="*/ 3522344 w 4257865"/>
              <a:gd name="connsiteY38" fmla="*/ 1461802 h 1501997"/>
              <a:gd name="connsiteX39" fmla="*/ 3476434 w 4257865"/>
              <a:gd name="connsiteY39" fmla="*/ 1486757 h 1501997"/>
              <a:gd name="connsiteX40" fmla="*/ 3419189 w 4257865"/>
              <a:gd name="connsiteY40" fmla="*/ 1495044 h 1501997"/>
              <a:gd name="connsiteX41" fmla="*/ 3316414 w 4257865"/>
              <a:gd name="connsiteY41" fmla="*/ 1495044 h 1501997"/>
              <a:gd name="connsiteX42" fmla="*/ 3013138 w 4257865"/>
              <a:gd name="connsiteY42" fmla="*/ 1226248 h 1501997"/>
              <a:gd name="connsiteX43" fmla="*/ 3013233 w 4257865"/>
              <a:gd name="connsiteY43" fmla="*/ 1226248 h 1501997"/>
              <a:gd name="connsiteX44" fmla="*/ 3078099 w 4257865"/>
              <a:gd name="connsiteY44" fmla="*/ 1226248 h 1501997"/>
              <a:gd name="connsiteX45" fmla="*/ 3181254 w 4257865"/>
              <a:gd name="connsiteY45" fmla="*/ 1376171 h 1501997"/>
              <a:gd name="connsiteX46" fmla="*/ 3181254 w 4257865"/>
              <a:gd name="connsiteY46" fmla="*/ 1226248 h 1501997"/>
              <a:gd name="connsiteX47" fmla="*/ 3251834 w 4257865"/>
              <a:gd name="connsiteY47" fmla="*/ 1226248 h 1501997"/>
              <a:gd name="connsiteX48" fmla="*/ 3251834 w 4257865"/>
              <a:gd name="connsiteY48" fmla="*/ 1495139 h 1501997"/>
              <a:gd name="connsiteX49" fmla="*/ 3190970 w 4257865"/>
              <a:gd name="connsiteY49" fmla="*/ 1495139 h 1501997"/>
              <a:gd name="connsiteX50" fmla="*/ 3083718 w 4257865"/>
              <a:gd name="connsiteY50" fmla="*/ 1340738 h 1501997"/>
              <a:gd name="connsiteX51" fmla="*/ 3083718 w 4257865"/>
              <a:gd name="connsiteY51" fmla="*/ 1495139 h 1501997"/>
              <a:gd name="connsiteX52" fmla="*/ 3013138 w 4257865"/>
              <a:gd name="connsiteY52" fmla="*/ 1495139 h 1501997"/>
              <a:gd name="connsiteX53" fmla="*/ 2794349 w 4257865"/>
              <a:gd name="connsiteY53" fmla="*/ 1226248 h 1501997"/>
              <a:gd name="connsiteX54" fmla="*/ 2876169 w 4257865"/>
              <a:gd name="connsiteY54" fmla="*/ 1226248 h 1501997"/>
              <a:gd name="connsiteX55" fmla="*/ 2971324 w 4257865"/>
              <a:gd name="connsiteY55" fmla="*/ 1495139 h 1501997"/>
              <a:gd name="connsiteX56" fmla="*/ 2894362 w 4257865"/>
              <a:gd name="connsiteY56" fmla="*/ 1495139 h 1501997"/>
              <a:gd name="connsiteX57" fmla="*/ 2877026 w 4257865"/>
              <a:gd name="connsiteY57" fmla="*/ 1439513 h 1501997"/>
              <a:gd name="connsiteX58" fmla="*/ 2787110 w 4257865"/>
              <a:gd name="connsiteY58" fmla="*/ 1439513 h 1501997"/>
              <a:gd name="connsiteX59" fmla="*/ 2769394 w 4257865"/>
              <a:gd name="connsiteY59" fmla="*/ 1495139 h 1501997"/>
              <a:gd name="connsiteX60" fmla="*/ 2695575 w 4257865"/>
              <a:gd name="connsiteY60" fmla="*/ 1495139 h 1501997"/>
              <a:gd name="connsiteX61" fmla="*/ 2473928 w 4257865"/>
              <a:gd name="connsiteY61" fmla="*/ 1226248 h 1501997"/>
              <a:gd name="connsiteX62" fmla="*/ 2545270 w 4257865"/>
              <a:gd name="connsiteY62" fmla="*/ 1226248 h 1501997"/>
              <a:gd name="connsiteX63" fmla="*/ 2545270 w 4257865"/>
              <a:gd name="connsiteY63" fmla="*/ 1432274 h 1501997"/>
              <a:gd name="connsiteX64" fmla="*/ 2669857 w 4257865"/>
              <a:gd name="connsiteY64" fmla="*/ 1432274 h 1501997"/>
              <a:gd name="connsiteX65" fmla="*/ 2669857 w 4257865"/>
              <a:gd name="connsiteY65" fmla="*/ 1495139 h 1501997"/>
              <a:gd name="connsiteX66" fmla="*/ 2473928 w 4257865"/>
              <a:gd name="connsiteY66" fmla="*/ 1495139 h 1501997"/>
              <a:gd name="connsiteX67" fmla="*/ 2218753 w 4257865"/>
              <a:gd name="connsiteY67" fmla="*/ 1226248 h 1501997"/>
              <a:gd name="connsiteX68" fmla="*/ 2412206 w 4257865"/>
              <a:gd name="connsiteY68" fmla="*/ 1226248 h 1501997"/>
              <a:gd name="connsiteX69" fmla="*/ 2412206 w 4257865"/>
              <a:gd name="connsiteY69" fmla="*/ 1287970 h 1501997"/>
              <a:gd name="connsiteX70" fmla="*/ 2290095 w 4257865"/>
              <a:gd name="connsiteY70" fmla="*/ 1287970 h 1501997"/>
              <a:gd name="connsiteX71" fmla="*/ 2290095 w 4257865"/>
              <a:gd name="connsiteY71" fmla="*/ 1329499 h 1501997"/>
              <a:gd name="connsiteX72" fmla="*/ 2390489 w 4257865"/>
              <a:gd name="connsiteY72" fmla="*/ 1329499 h 1501997"/>
              <a:gd name="connsiteX73" fmla="*/ 2390489 w 4257865"/>
              <a:gd name="connsiteY73" fmla="*/ 1387601 h 1501997"/>
              <a:gd name="connsiteX74" fmla="*/ 2290095 w 4257865"/>
              <a:gd name="connsiteY74" fmla="*/ 1387601 h 1501997"/>
              <a:gd name="connsiteX75" fmla="*/ 2290095 w 4257865"/>
              <a:gd name="connsiteY75" fmla="*/ 1433512 h 1501997"/>
              <a:gd name="connsiteX76" fmla="*/ 2420683 w 4257865"/>
              <a:gd name="connsiteY76" fmla="*/ 1433512 h 1501997"/>
              <a:gd name="connsiteX77" fmla="*/ 2420683 w 4257865"/>
              <a:gd name="connsiteY77" fmla="*/ 1495234 h 1501997"/>
              <a:gd name="connsiteX78" fmla="*/ 2218753 w 4257865"/>
              <a:gd name="connsiteY78" fmla="*/ 1495234 h 1501997"/>
              <a:gd name="connsiteX79" fmla="*/ 2218753 w 4257865"/>
              <a:gd name="connsiteY79" fmla="*/ 1226343 h 1501997"/>
              <a:gd name="connsiteX80" fmla="*/ 1949481 w 4257865"/>
              <a:gd name="connsiteY80" fmla="*/ 1226248 h 1501997"/>
              <a:gd name="connsiteX81" fmla="*/ 2060733 w 4257865"/>
              <a:gd name="connsiteY81" fmla="*/ 1226248 h 1501997"/>
              <a:gd name="connsiteX82" fmla="*/ 2100071 w 4257865"/>
              <a:gd name="connsiteY82" fmla="*/ 1231868 h 1501997"/>
              <a:gd name="connsiteX83" fmla="*/ 2130075 w 4257865"/>
              <a:gd name="connsiteY83" fmla="*/ 1248632 h 1501997"/>
              <a:gd name="connsiteX84" fmla="*/ 2149411 w 4257865"/>
              <a:gd name="connsiteY84" fmla="*/ 1276254 h 1501997"/>
              <a:gd name="connsiteX85" fmla="*/ 2156269 w 4257865"/>
              <a:gd name="connsiteY85" fmla="*/ 1314545 h 1501997"/>
              <a:gd name="connsiteX86" fmla="*/ 2144553 w 4257865"/>
              <a:gd name="connsiteY86" fmla="*/ 1360741 h 1501997"/>
              <a:gd name="connsiteX87" fmla="*/ 2113501 w 4257865"/>
              <a:gd name="connsiteY87" fmla="*/ 1391983 h 1501997"/>
              <a:gd name="connsiteX88" fmla="*/ 2171128 w 4257865"/>
              <a:gd name="connsiteY88" fmla="*/ 1495139 h 1501997"/>
              <a:gd name="connsiteX89" fmla="*/ 2094547 w 4257865"/>
              <a:gd name="connsiteY89" fmla="*/ 1495139 h 1501997"/>
              <a:gd name="connsiteX90" fmla="*/ 2049017 w 4257865"/>
              <a:gd name="connsiteY90" fmla="*/ 1403603 h 1501997"/>
              <a:gd name="connsiteX91" fmla="*/ 2019204 w 4257865"/>
              <a:gd name="connsiteY91" fmla="*/ 1403603 h 1501997"/>
              <a:gd name="connsiteX92" fmla="*/ 2019204 w 4257865"/>
              <a:gd name="connsiteY92" fmla="*/ 1495139 h 1501997"/>
              <a:gd name="connsiteX93" fmla="*/ 1949481 w 4257865"/>
              <a:gd name="connsiteY93" fmla="*/ 1495139 h 1501997"/>
              <a:gd name="connsiteX94" fmla="*/ 1813655 w 4257865"/>
              <a:gd name="connsiteY94" fmla="*/ 1226248 h 1501997"/>
              <a:gd name="connsiteX95" fmla="*/ 1884997 w 4257865"/>
              <a:gd name="connsiteY95" fmla="*/ 1226248 h 1501997"/>
              <a:gd name="connsiteX96" fmla="*/ 1884997 w 4257865"/>
              <a:gd name="connsiteY96" fmla="*/ 1495139 h 1501997"/>
              <a:gd name="connsiteX97" fmla="*/ 1813655 w 4257865"/>
              <a:gd name="connsiteY97" fmla="*/ 1495139 h 1501997"/>
              <a:gd name="connsiteX98" fmla="*/ 1063847 w 4257865"/>
              <a:gd name="connsiteY98" fmla="*/ 1226248 h 1501997"/>
              <a:gd name="connsiteX99" fmla="*/ 1135189 w 4257865"/>
              <a:gd name="connsiteY99" fmla="*/ 1226248 h 1501997"/>
              <a:gd name="connsiteX100" fmla="*/ 1135189 w 4257865"/>
              <a:gd name="connsiteY100" fmla="*/ 1327023 h 1501997"/>
              <a:gd name="connsiteX101" fmla="*/ 1215390 w 4257865"/>
              <a:gd name="connsiteY101" fmla="*/ 1226248 h 1501997"/>
              <a:gd name="connsiteX102" fmla="*/ 1298829 w 4257865"/>
              <a:gd name="connsiteY102" fmla="*/ 1226248 h 1501997"/>
              <a:gd name="connsiteX103" fmla="*/ 1209389 w 4257865"/>
              <a:gd name="connsiteY103" fmla="*/ 1329880 h 1501997"/>
              <a:gd name="connsiteX104" fmla="*/ 1313021 w 4257865"/>
              <a:gd name="connsiteY104" fmla="*/ 1495139 h 1501997"/>
              <a:gd name="connsiteX105" fmla="*/ 1226343 w 4257865"/>
              <a:gd name="connsiteY105" fmla="*/ 1495139 h 1501997"/>
              <a:gd name="connsiteX106" fmla="*/ 1160621 w 4257865"/>
              <a:gd name="connsiteY106" fmla="*/ 1386268 h 1501997"/>
              <a:gd name="connsiteX107" fmla="*/ 1135189 w 4257865"/>
              <a:gd name="connsiteY107" fmla="*/ 1416081 h 1501997"/>
              <a:gd name="connsiteX108" fmla="*/ 1135189 w 4257865"/>
              <a:gd name="connsiteY108" fmla="*/ 1495139 h 1501997"/>
              <a:gd name="connsiteX109" fmla="*/ 1063847 w 4257865"/>
              <a:gd name="connsiteY109" fmla="*/ 1495139 h 1501997"/>
              <a:gd name="connsiteX110" fmla="*/ 769238 w 4257865"/>
              <a:gd name="connsiteY110" fmla="*/ 1226248 h 1501997"/>
              <a:gd name="connsiteX111" fmla="*/ 840580 w 4257865"/>
              <a:gd name="connsiteY111" fmla="*/ 1226248 h 1501997"/>
              <a:gd name="connsiteX112" fmla="*/ 840580 w 4257865"/>
              <a:gd name="connsiteY112" fmla="*/ 1383887 h 1501997"/>
              <a:gd name="connsiteX113" fmla="*/ 850867 w 4257865"/>
              <a:gd name="connsiteY113" fmla="*/ 1420177 h 1501997"/>
              <a:gd name="connsiteX114" fmla="*/ 884967 w 4257865"/>
              <a:gd name="connsiteY114" fmla="*/ 1434274 h 1501997"/>
              <a:gd name="connsiteX115" fmla="*/ 918780 w 4257865"/>
              <a:gd name="connsiteY115" fmla="*/ 1419986 h 1501997"/>
              <a:gd name="connsiteX116" fmla="*/ 928877 w 4257865"/>
              <a:gd name="connsiteY116" fmla="*/ 1383887 h 1501997"/>
              <a:gd name="connsiteX117" fmla="*/ 928877 w 4257865"/>
              <a:gd name="connsiteY117" fmla="*/ 1226248 h 1501997"/>
              <a:gd name="connsiteX118" fmla="*/ 1001077 w 4257865"/>
              <a:gd name="connsiteY118" fmla="*/ 1226248 h 1501997"/>
              <a:gd name="connsiteX119" fmla="*/ 1001077 w 4257865"/>
              <a:gd name="connsiteY119" fmla="*/ 1390269 h 1501997"/>
              <a:gd name="connsiteX120" fmla="*/ 992599 w 4257865"/>
              <a:gd name="connsiteY120" fmla="*/ 1436846 h 1501997"/>
              <a:gd name="connsiteX121" fmla="*/ 968596 w 4257865"/>
              <a:gd name="connsiteY121" fmla="*/ 1472088 h 1501997"/>
              <a:gd name="connsiteX122" fmla="*/ 931925 w 4257865"/>
              <a:gd name="connsiteY122" fmla="*/ 1494282 h 1501997"/>
              <a:gd name="connsiteX123" fmla="*/ 885348 w 4257865"/>
              <a:gd name="connsiteY123" fmla="*/ 1501997 h 1501997"/>
              <a:gd name="connsiteX124" fmla="*/ 838580 w 4257865"/>
              <a:gd name="connsiteY124" fmla="*/ 1494282 h 1501997"/>
              <a:gd name="connsiteX125" fmla="*/ 801718 w 4257865"/>
              <a:gd name="connsiteY125" fmla="*/ 1472279 h 1501997"/>
              <a:gd name="connsiteX126" fmla="*/ 777715 w 4257865"/>
              <a:gd name="connsiteY126" fmla="*/ 1437227 h 1501997"/>
              <a:gd name="connsiteX127" fmla="*/ 769238 w 4257865"/>
              <a:gd name="connsiteY127" fmla="*/ 1390269 h 1501997"/>
              <a:gd name="connsiteX128" fmla="*/ 1542383 w 4257865"/>
              <a:gd name="connsiteY128" fmla="*/ 1218628 h 1501997"/>
              <a:gd name="connsiteX129" fmla="*/ 1588960 w 4257865"/>
              <a:gd name="connsiteY129" fmla="*/ 1230915 h 1501997"/>
              <a:gd name="connsiteX130" fmla="*/ 1621821 w 4257865"/>
              <a:gd name="connsiteY130" fmla="*/ 1270253 h 1501997"/>
              <a:gd name="connsiteX131" fmla="*/ 1572672 w 4257865"/>
              <a:gd name="connsiteY131" fmla="*/ 1298828 h 1501997"/>
              <a:gd name="connsiteX132" fmla="*/ 1562004 w 4257865"/>
              <a:gd name="connsiteY132" fmla="*/ 1282065 h 1501997"/>
              <a:gd name="connsiteX133" fmla="*/ 1544859 w 4257865"/>
              <a:gd name="connsiteY133" fmla="*/ 1275397 h 1501997"/>
              <a:gd name="connsiteX134" fmla="*/ 1528572 w 4257865"/>
              <a:gd name="connsiteY134" fmla="*/ 1281207 h 1501997"/>
              <a:gd name="connsiteX135" fmla="*/ 1521904 w 4257865"/>
              <a:gd name="connsiteY135" fmla="*/ 1296733 h 1501997"/>
              <a:gd name="connsiteX136" fmla="*/ 1525905 w 4257865"/>
              <a:gd name="connsiteY136" fmla="*/ 1309878 h 1501997"/>
              <a:gd name="connsiteX137" fmla="*/ 1534382 w 4257865"/>
              <a:gd name="connsiteY137" fmla="*/ 1321403 h 1501997"/>
              <a:gd name="connsiteX138" fmla="*/ 1591627 w 4257865"/>
              <a:gd name="connsiteY138" fmla="*/ 1388268 h 1501997"/>
              <a:gd name="connsiteX139" fmla="*/ 1608772 w 4257865"/>
              <a:gd name="connsiteY139" fmla="*/ 1370171 h 1501997"/>
              <a:gd name="connsiteX140" fmla="*/ 1628298 w 4257865"/>
              <a:gd name="connsiteY140" fmla="*/ 1348358 h 1501997"/>
              <a:gd name="connsiteX141" fmla="*/ 1673066 w 4257865"/>
              <a:gd name="connsiteY141" fmla="*/ 1389030 h 1501997"/>
              <a:gd name="connsiteX142" fmla="*/ 1650682 w 4257865"/>
              <a:gd name="connsiteY142" fmla="*/ 1413033 h 1501997"/>
              <a:gd name="connsiteX143" fmla="*/ 1630775 w 4257865"/>
              <a:gd name="connsiteY143" fmla="*/ 1433417 h 1501997"/>
              <a:gd name="connsiteX144" fmla="*/ 1683162 w 4257865"/>
              <a:gd name="connsiteY144" fmla="*/ 1494662 h 1501997"/>
              <a:gd name="connsiteX145" fmla="*/ 1599342 w 4257865"/>
              <a:gd name="connsiteY145" fmla="*/ 1494662 h 1501997"/>
              <a:gd name="connsiteX146" fmla="*/ 1582769 w 4257865"/>
              <a:gd name="connsiteY146" fmla="*/ 1475327 h 1501997"/>
              <a:gd name="connsiteX147" fmla="*/ 1582674 w 4257865"/>
              <a:gd name="connsiteY147" fmla="*/ 1475708 h 1501997"/>
              <a:gd name="connsiteX148" fmla="*/ 1561909 w 4257865"/>
              <a:gd name="connsiteY148" fmla="*/ 1488566 h 1501997"/>
              <a:gd name="connsiteX149" fmla="*/ 1542954 w 4257865"/>
              <a:gd name="connsiteY149" fmla="*/ 1496377 h 1501997"/>
              <a:gd name="connsiteX150" fmla="*/ 1525047 w 4257865"/>
              <a:gd name="connsiteY150" fmla="*/ 1500378 h 1501997"/>
              <a:gd name="connsiteX151" fmla="*/ 1506950 w 4257865"/>
              <a:gd name="connsiteY151" fmla="*/ 1501425 h 1501997"/>
              <a:gd name="connsiteX152" fmla="*/ 1472469 w 4257865"/>
              <a:gd name="connsiteY152" fmla="*/ 1496187 h 1501997"/>
              <a:gd name="connsiteX153" fmla="*/ 1443894 w 4257865"/>
              <a:gd name="connsiteY153" fmla="*/ 1480661 h 1501997"/>
              <a:gd name="connsiteX154" fmla="*/ 1424559 w 4257865"/>
              <a:gd name="connsiteY154" fmla="*/ 1455515 h 1501997"/>
              <a:gd name="connsiteX155" fmla="*/ 1417510 w 4257865"/>
              <a:gd name="connsiteY155" fmla="*/ 1421225 h 1501997"/>
              <a:gd name="connsiteX156" fmla="*/ 1430369 w 4257865"/>
              <a:gd name="connsiteY156" fmla="*/ 1374648 h 1501997"/>
              <a:gd name="connsiteX157" fmla="*/ 1468278 w 4257865"/>
              <a:gd name="connsiteY157" fmla="*/ 1338929 h 1501997"/>
              <a:gd name="connsiteX158" fmla="*/ 1456753 w 4257865"/>
              <a:gd name="connsiteY158" fmla="*/ 1313878 h 1501997"/>
              <a:gd name="connsiteX159" fmla="*/ 1454562 w 4257865"/>
              <a:gd name="connsiteY159" fmla="*/ 1293685 h 1501997"/>
              <a:gd name="connsiteX160" fmla="*/ 1461039 w 4257865"/>
              <a:gd name="connsiteY160" fmla="*/ 1264443 h 1501997"/>
              <a:gd name="connsiteX161" fmla="*/ 1479137 w 4257865"/>
              <a:gd name="connsiteY161" fmla="*/ 1240631 h 1501997"/>
              <a:gd name="connsiteX162" fmla="*/ 1506950 w 4257865"/>
              <a:gd name="connsiteY162" fmla="*/ 1224533 h 1501997"/>
              <a:gd name="connsiteX163" fmla="*/ 1542383 w 4257865"/>
              <a:gd name="connsiteY163" fmla="*/ 1218628 h 1501997"/>
              <a:gd name="connsiteX164" fmla="*/ 95 w 4257865"/>
              <a:gd name="connsiteY164" fmla="*/ 709898 h 1501997"/>
              <a:gd name="connsiteX165" fmla="*/ 177546 w 4257865"/>
              <a:gd name="connsiteY165" fmla="*/ 709898 h 1501997"/>
              <a:gd name="connsiteX166" fmla="*/ 177546 w 4257865"/>
              <a:gd name="connsiteY166" fmla="*/ 887349 h 1501997"/>
              <a:gd name="connsiteX167" fmla="*/ 95 w 4257865"/>
              <a:gd name="connsiteY167" fmla="*/ 887349 h 1501997"/>
              <a:gd name="connsiteX168" fmla="*/ 0 w 4257865"/>
              <a:gd name="connsiteY168" fmla="*/ 354901 h 1501997"/>
              <a:gd name="connsiteX169" fmla="*/ 532543 w 4257865"/>
              <a:gd name="connsiteY169" fmla="*/ 354901 h 1501997"/>
              <a:gd name="connsiteX170" fmla="*/ 532543 w 4257865"/>
              <a:gd name="connsiteY170" fmla="*/ 532352 h 1501997"/>
              <a:gd name="connsiteX171" fmla="*/ 0 w 4257865"/>
              <a:gd name="connsiteY171" fmla="*/ 532352 h 1501997"/>
              <a:gd name="connsiteX172" fmla="*/ 3359657 w 4257865"/>
              <a:gd name="connsiteY172" fmla="*/ 340900 h 1501997"/>
              <a:gd name="connsiteX173" fmla="*/ 3286791 w 4257865"/>
              <a:gd name="connsiteY173" fmla="*/ 354330 h 1501997"/>
              <a:gd name="connsiteX174" fmla="*/ 3233737 w 4257865"/>
              <a:gd name="connsiteY174" fmla="*/ 388334 h 1501997"/>
              <a:gd name="connsiteX175" fmla="*/ 3201161 w 4257865"/>
              <a:gd name="connsiteY175" fmla="*/ 434340 h 1501997"/>
              <a:gd name="connsiteX176" fmla="*/ 3189826 w 4257865"/>
              <a:gd name="connsiteY176" fmla="*/ 485299 h 1501997"/>
              <a:gd name="connsiteX177" fmla="*/ 3515391 w 4257865"/>
              <a:gd name="connsiteY177" fmla="*/ 485299 h 1501997"/>
              <a:gd name="connsiteX178" fmla="*/ 3505485 w 4257865"/>
              <a:gd name="connsiteY178" fmla="*/ 434340 h 1501997"/>
              <a:gd name="connsiteX179" fmla="*/ 3476434 w 4257865"/>
              <a:gd name="connsiteY179" fmla="*/ 388334 h 1501997"/>
              <a:gd name="connsiteX180" fmla="*/ 3427570 w 4257865"/>
              <a:gd name="connsiteY180" fmla="*/ 354330 h 1501997"/>
              <a:gd name="connsiteX181" fmla="*/ 3359657 w 4257865"/>
              <a:gd name="connsiteY181" fmla="*/ 340900 h 1501997"/>
              <a:gd name="connsiteX182" fmla="*/ 1150334 w 4257865"/>
              <a:gd name="connsiteY182" fmla="*/ 211455 h 1501997"/>
              <a:gd name="connsiteX183" fmla="*/ 1317402 w 4257865"/>
              <a:gd name="connsiteY183" fmla="*/ 211455 h 1501997"/>
              <a:gd name="connsiteX184" fmla="*/ 1317402 w 4257865"/>
              <a:gd name="connsiteY184" fmla="*/ 625507 h 1501997"/>
              <a:gd name="connsiteX185" fmla="*/ 1352073 w 4257865"/>
              <a:gd name="connsiteY185" fmla="*/ 723900 h 1501997"/>
              <a:gd name="connsiteX186" fmla="*/ 1441989 w 4257865"/>
              <a:gd name="connsiteY186" fmla="*/ 758571 h 1501997"/>
              <a:gd name="connsiteX187" fmla="*/ 1505712 w 4257865"/>
              <a:gd name="connsiteY187" fmla="*/ 745141 h 1501997"/>
              <a:gd name="connsiteX188" fmla="*/ 1556670 w 4257865"/>
              <a:gd name="connsiteY188" fmla="*/ 707612 h 1501997"/>
              <a:gd name="connsiteX189" fmla="*/ 1589913 w 4257865"/>
              <a:gd name="connsiteY189" fmla="*/ 651701 h 1501997"/>
              <a:gd name="connsiteX190" fmla="*/ 1601914 w 4257865"/>
              <a:gd name="connsiteY190" fmla="*/ 583025 h 1501997"/>
              <a:gd name="connsiteX191" fmla="*/ 1601819 w 4257865"/>
              <a:gd name="connsiteY191" fmla="*/ 583025 h 1501997"/>
              <a:gd name="connsiteX192" fmla="*/ 1601819 w 4257865"/>
              <a:gd name="connsiteY192" fmla="*/ 211455 h 1501997"/>
              <a:gd name="connsiteX193" fmla="*/ 1768887 w 4257865"/>
              <a:gd name="connsiteY193" fmla="*/ 211455 h 1501997"/>
              <a:gd name="connsiteX194" fmla="*/ 1768887 w 4257865"/>
              <a:gd name="connsiteY194" fmla="*/ 887349 h 1501997"/>
              <a:gd name="connsiteX195" fmla="*/ 1608963 w 4257865"/>
              <a:gd name="connsiteY195" fmla="*/ 887349 h 1501997"/>
              <a:gd name="connsiteX196" fmla="*/ 1604772 w 4257865"/>
              <a:gd name="connsiteY196" fmla="*/ 812292 h 1501997"/>
              <a:gd name="connsiteX197" fmla="*/ 1573625 w 4257865"/>
              <a:gd name="connsiteY197" fmla="*/ 842010 h 1501997"/>
              <a:gd name="connsiteX198" fmla="*/ 1531143 w 4257865"/>
              <a:gd name="connsiteY198" fmla="*/ 871061 h 1501997"/>
              <a:gd name="connsiteX199" fmla="*/ 1475898 w 4257865"/>
              <a:gd name="connsiteY199" fmla="*/ 893064 h 1501997"/>
              <a:gd name="connsiteX200" fmla="*/ 1405128 w 4257865"/>
              <a:gd name="connsiteY200" fmla="*/ 901541 h 1501997"/>
              <a:gd name="connsiteX201" fmla="*/ 1215485 w 4257865"/>
              <a:gd name="connsiteY201" fmla="*/ 827246 h 1501997"/>
              <a:gd name="connsiteX202" fmla="*/ 1150334 w 4257865"/>
              <a:gd name="connsiteY202" fmla="*/ 626936 h 1501997"/>
              <a:gd name="connsiteX203" fmla="*/ 4175664 w 4257865"/>
              <a:gd name="connsiteY203" fmla="*/ 202882 h 1501997"/>
              <a:gd name="connsiteX204" fmla="*/ 4218813 w 4257865"/>
              <a:gd name="connsiteY204" fmla="*/ 205739 h 1501997"/>
              <a:gd name="connsiteX205" fmla="*/ 4218908 w 4257865"/>
              <a:gd name="connsiteY205" fmla="*/ 205739 h 1501997"/>
              <a:gd name="connsiteX206" fmla="*/ 4257865 w 4257865"/>
              <a:gd name="connsiteY206" fmla="*/ 215645 h 1501997"/>
              <a:gd name="connsiteX207" fmla="*/ 4223861 w 4257865"/>
              <a:gd name="connsiteY207" fmla="*/ 372808 h 1501997"/>
              <a:gd name="connsiteX208" fmla="*/ 4189190 w 4257865"/>
              <a:gd name="connsiteY208" fmla="*/ 362902 h 1501997"/>
              <a:gd name="connsiteX209" fmla="*/ 4147471 w 4257865"/>
              <a:gd name="connsiteY209" fmla="*/ 360045 h 1501997"/>
              <a:gd name="connsiteX210" fmla="*/ 4082320 w 4257865"/>
              <a:gd name="connsiteY210" fmla="*/ 371379 h 1501997"/>
              <a:gd name="connsiteX211" fmla="*/ 4028503 w 4257865"/>
              <a:gd name="connsiteY211" fmla="*/ 403955 h 1501997"/>
              <a:gd name="connsiteX212" fmla="*/ 3992404 w 4257865"/>
              <a:gd name="connsiteY212" fmla="*/ 454913 h 1501997"/>
              <a:gd name="connsiteX213" fmla="*/ 3978973 w 4257865"/>
              <a:gd name="connsiteY213" fmla="*/ 521398 h 1501997"/>
              <a:gd name="connsiteX214" fmla="*/ 3978973 w 4257865"/>
              <a:gd name="connsiteY214" fmla="*/ 887349 h 1501997"/>
              <a:gd name="connsiteX215" fmla="*/ 3811905 w 4257865"/>
              <a:gd name="connsiteY215" fmla="*/ 887349 h 1501997"/>
              <a:gd name="connsiteX216" fmla="*/ 3811905 w 4257865"/>
              <a:gd name="connsiteY216" fmla="*/ 211454 h 1501997"/>
              <a:gd name="connsiteX217" fmla="*/ 3971925 w 4257865"/>
              <a:gd name="connsiteY217" fmla="*/ 211454 h 1501997"/>
              <a:gd name="connsiteX218" fmla="*/ 3976116 w 4257865"/>
              <a:gd name="connsiteY218" fmla="*/ 299180 h 1501997"/>
              <a:gd name="connsiteX219" fmla="*/ 4005167 w 4257865"/>
              <a:gd name="connsiteY219" fmla="*/ 268033 h 1501997"/>
              <a:gd name="connsiteX220" fmla="*/ 4046887 w 4257865"/>
              <a:gd name="connsiteY220" fmla="*/ 236886 h 1501997"/>
              <a:gd name="connsiteX221" fmla="*/ 4102798 w 4257865"/>
              <a:gd name="connsiteY221" fmla="*/ 212788 h 1501997"/>
              <a:gd name="connsiteX222" fmla="*/ 4175664 w 4257865"/>
              <a:gd name="connsiteY222" fmla="*/ 202882 h 1501997"/>
              <a:gd name="connsiteX223" fmla="*/ 3359753 w 4257865"/>
              <a:gd name="connsiteY223" fmla="*/ 200787 h 1501997"/>
              <a:gd name="connsiteX224" fmla="*/ 3513295 w 4257865"/>
              <a:gd name="connsiteY224" fmla="*/ 234029 h 1501997"/>
              <a:gd name="connsiteX225" fmla="*/ 3614546 w 4257865"/>
              <a:gd name="connsiteY225" fmla="*/ 321088 h 1501997"/>
              <a:gd name="connsiteX226" fmla="*/ 3614641 w 4257865"/>
              <a:gd name="connsiteY226" fmla="*/ 321088 h 1501997"/>
              <a:gd name="connsiteX227" fmla="*/ 3669887 w 4257865"/>
              <a:gd name="connsiteY227" fmla="*/ 442817 h 1501997"/>
              <a:gd name="connsiteX228" fmla="*/ 3686841 w 4257865"/>
              <a:gd name="connsiteY228" fmla="*/ 581596 h 1501997"/>
              <a:gd name="connsiteX229" fmla="*/ 3686841 w 4257865"/>
              <a:gd name="connsiteY229" fmla="*/ 605600 h 1501997"/>
              <a:gd name="connsiteX230" fmla="*/ 3191350 w 4257865"/>
              <a:gd name="connsiteY230" fmla="*/ 605600 h 1501997"/>
              <a:gd name="connsiteX231" fmla="*/ 3207638 w 4257865"/>
              <a:gd name="connsiteY231" fmla="*/ 672179 h 1501997"/>
              <a:gd name="connsiteX232" fmla="*/ 3250120 w 4257865"/>
              <a:gd name="connsiteY232" fmla="*/ 723138 h 1501997"/>
              <a:gd name="connsiteX233" fmla="*/ 3309556 w 4257865"/>
              <a:gd name="connsiteY233" fmla="*/ 755713 h 1501997"/>
              <a:gd name="connsiteX234" fmla="*/ 3375373 w 4257865"/>
              <a:gd name="connsiteY234" fmla="*/ 767048 h 1501997"/>
              <a:gd name="connsiteX235" fmla="*/ 3459574 w 4257865"/>
              <a:gd name="connsiteY235" fmla="*/ 757809 h 1501997"/>
              <a:gd name="connsiteX236" fmla="*/ 3521106 w 4257865"/>
              <a:gd name="connsiteY236" fmla="*/ 736568 h 1501997"/>
              <a:gd name="connsiteX237" fmla="*/ 3562825 w 4257865"/>
              <a:gd name="connsiteY237" fmla="*/ 711041 h 1501997"/>
              <a:gd name="connsiteX238" fmla="*/ 3587590 w 4257865"/>
              <a:gd name="connsiteY238" fmla="*/ 689134 h 1501997"/>
              <a:gd name="connsiteX239" fmla="*/ 3678173 w 4257865"/>
              <a:gd name="connsiteY239" fmla="*/ 791051 h 1501997"/>
              <a:gd name="connsiteX240" fmla="*/ 3654837 w 4257865"/>
              <a:gd name="connsiteY240" fmla="*/ 814388 h 1501997"/>
              <a:gd name="connsiteX241" fmla="*/ 3599592 w 4257865"/>
              <a:gd name="connsiteY241" fmla="*/ 854774 h 1501997"/>
              <a:gd name="connsiteX242" fmla="*/ 3507580 w 4257865"/>
              <a:gd name="connsiteY242" fmla="*/ 892969 h 1501997"/>
              <a:gd name="connsiteX243" fmla="*/ 3373849 w 4257865"/>
              <a:gd name="connsiteY243" fmla="*/ 909923 h 1501997"/>
              <a:gd name="connsiteX244" fmla="*/ 3229450 w 4257865"/>
              <a:gd name="connsiteY244" fmla="*/ 883063 h 1501997"/>
              <a:gd name="connsiteX245" fmla="*/ 3118389 w 4257865"/>
              <a:gd name="connsiteY245" fmla="*/ 808768 h 1501997"/>
              <a:gd name="connsiteX246" fmla="*/ 3047618 w 4257865"/>
              <a:gd name="connsiteY246" fmla="*/ 694849 h 1501997"/>
              <a:gd name="connsiteX247" fmla="*/ 3022853 w 4257865"/>
              <a:gd name="connsiteY247" fmla="*/ 547592 h 1501997"/>
              <a:gd name="connsiteX248" fmla="*/ 3047618 w 4257865"/>
              <a:gd name="connsiteY248" fmla="*/ 411004 h 1501997"/>
              <a:gd name="connsiteX249" fmla="*/ 3116960 w 4257865"/>
              <a:gd name="connsiteY249" fmla="*/ 301276 h 1501997"/>
              <a:gd name="connsiteX250" fmla="*/ 3223164 w 4257865"/>
              <a:gd name="connsiteY250" fmla="*/ 227647 h 1501997"/>
              <a:gd name="connsiteX251" fmla="*/ 3359753 w 4257865"/>
              <a:gd name="connsiteY251" fmla="*/ 200787 h 1501997"/>
              <a:gd name="connsiteX252" fmla="*/ 2570606 w 4257865"/>
              <a:gd name="connsiteY252" fmla="*/ 285 h 1501997"/>
              <a:gd name="connsiteX253" fmla="*/ 2737675 w 4257865"/>
              <a:gd name="connsiteY253" fmla="*/ 285 h 1501997"/>
              <a:gd name="connsiteX254" fmla="*/ 2737675 w 4257865"/>
              <a:gd name="connsiteY254" fmla="*/ 211454 h 1501997"/>
              <a:gd name="connsiteX255" fmla="*/ 2916078 w 4257865"/>
              <a:gd name="connsiteY255" fmla="*/ 211454 h 1501997"/>
              <a:gd name="connsiteX256" fmla="*/ 2916078 w 4257865"/>
              <a:gd name="connsiteY256" fmla="*/ 355187 h 1501997"/>
              <a:gd name="connsiteX257" fmla="*/ 2737675 w 4257865"/>
              <a:gd name="connsiteY257" fmla="*/ 355187 h 1501997"/>
              <a:gd name="connsiteX258" fmla="*/ 2737675 w 4257865"/>
              <a:gd name="connsiteY258" fmla="*/ 649604 h 1501997"/>
              <a:gd name="connsiteX259" fmla="*/ 2756820 w 4257865"/>
              <a:gd name="connsiteY259" fmla="*/ 736663 h 1501997"/>
              <a:gd name="connsiteX260" fmla="*/ 2818351 w 4257865"/>
              <a:gd name="connsiteY260" fmla="*/ 767048 h 1501997"/>
              <a:gd name="connsiteX261" fmla="*/ 2881312 w 4257865"/>
              <a:gd name="connsiteY261" fmla="*/ 755713 h 1501997"/>
              <a:gd name="connsiteX262" fmla="*/ 2881407 w 4257865"/>
              <a:gd name="connsiteY262" fmla="*/ 755808 h 1501997"/>
              <a:gd name="connsiteX263" fmla="*/ 2925984 w 4257865"/>
              <a:gd name="connsiteY263" fmla="*/ 728948 h 1501997"/>
              <a:gd name="connsiteX264" fmla="*/ 2996755 w 4257865"/>
              <a:gd name="connsiteY264" fmla="*/ 832294 h 1501997"/>
              <a:gd name="connsiteX265" fmla="*/ 2899124 w 4257865"/>
              <a:gd name="connsiteY265" fmla="*/ 891063 h 1501997"/>
              <a:gd name="connsiteX266" fmla="*/ 2791491 w 4257865"/>
              <a:gd name="connsiteY266" fmla="*/ 908780 h 1501997"/>
              <a:gd name="connsiteX267" fmla="*/ 2688145 w 4257865"/>
              <a:gd name="connsiteY267" fmla="*/ 891063 h 1501997"/>
              <a:gd name="connsiteX268" fmla="*/ 2619470 w 4257865"/>
              <a:gd name="connsiteY268" fmla="*/ 840771 h 1501997"/>
              <a:gd name="connsiteX269" fmla="*/ 2581941 w 4257865"/>
              <a:gd name="connsiteY269" fmla="*/ 762190 h 1501997"/>
              <a:gd name="connsiteX270" fmla="*/ 2570606 w 4257865"/>
              <a:gd name="connsiteY270" fmla="*/ 660939 h 1501997"/>
              <a:gd name="connsiteX271" fmla="*/ 2570606 w 4257865"/>
              <a:gd name="connsiteY271" fmla="*/ 355187 h 1501997"/>
              <a:gd name="connsiteX272" fmla="*/ 2457354 w 4257865"/>
              <a:gd name="connsiteY272" fmla="*/ 355187 h 1501997"/>
              <a:gd name="connsiteX273" fmla="*/ 2457354 w 4257865"/>
              <a:gd name="connsiteY273" fmla="*/ 211454 h 1501997"/>
              <a:gd name="connsiteX274" fmla="*/ 2570606 w 4257865"/>
              <a:gd name="connsiteY274" fmla="*/ 211454 h 1501997"/>
              <a:gd name="connsiteX275" fmla="*/ 1997963 w 4257865"/>
              <a:gd name="connsiteY275" fmla="*/ 285 h 1501997"/>
              <a:gd name="connsiteX276" fmla="*/ 2165032 w 4257865"/>
              <a:gd name="connsiteY276" fmla="*/ 285 h 1501997"/>
              <a:gd name="connsiteX277" fmla="*/ 2165032 w 4257865"/>
              <a:gd name="connsiteY277" fmla="*/ 211454 h 1501997"/>
              <a:gd name="connsiteX278" fmla="*/ 2343435 w 4257865"/>
              <a:gd name="connsiteY278" fmla="*/ 211454 h 1501997"/>
              <a:gd name="connsiteX279" fmla="*/ 2343435 w 4257865"/>
              <a:gd name="connsiteY279" fmla="*/ 355187 h 1501997"/>
              <a:gd name="connsiteX280" fmla="*/ 2165032 w 4257865"/>
              <a:gd name="connsiteY280" fmla="*/ 355187 h 1501997"/>
              <a:gd name="connsiteX281" fmla="*/ 2165032 w 4257865"/>
              <a:gd name="connsiteY281" fmla="*/ 649604 h 1501997"/>
              <a:gd name="connsiteX282" fmla="*/ 2184177 w 4257865"/>
              <a:gd name="connsiteY282" fmla="*/ 736663 h 1501997"/>
              <a:gd name="connsiteX283" fmla="*/ 2245708 w 4257865"/>
              <a:gd name="connsiteY283" fmla="*/ 767048 h 1501997"/>
              <a:gd name="connsiteX284" fmla="*/ 2308669 w 4257865"/>
              <a:gd name="connsiteY284" fmla="*/ 755713 h 1501997"/>
              <a:gd name="connsiteX285" fmla="*/ 2308669 w 4257865"/>
              <a:gd name="connsiteY285" fmla="*/ 755808 h 1501997"/>
              <a:gd name="connsiteX286" fmla="*/ 2353246 w 4257865"/>
              <a:gd name="connsiteY286" fmla="*/ 728948 h 1501997"/>
              <a:gd name="connsiteX287" fmla="*/ 2424016 w 4257865"/>
              <a:gd name="connsiteY287" fmla="*/ 832294 h 1501997"/>
              <a:gd name="connsiteX288" fmla="*/ 2326385 w 4257865"/>
              <a:gd name="connsiteY288" fmla="*/ 891063 h 1501997"/>
              <a:gd name="connsiteX289" fmla="*/ 2218848 w 4257865"/>
              <a:gd name="connsiteY289" fmla="*/ 908780 h 1501997"/>
              <a:gd name="connsiteX290" fmla="*/ 2115502 w 4257865"/>
              <a:gd name="connsiteY290" fmla="*/ 891063 h 1501997"/>
              <a:gd name="connsiteX291" fmla="*/ 2046826 w 4257865"/>
              <a:gd name="connsiteY291" fmla="*/ 840771 h 1501997"/>
              <a:gd name="connsiteX292" fmla="*/ 2009298 w 4257865"/>
              <a:gd name="connsiteY292" fmla="*/ 762190 h 1501997"/>
              <a:gd name="connsiteX293" fmla="*/ 1997963 w 4257865"/>
              <a:gd name="connsiteY293" fmla="*/ 660939 h 1501997"/>
              <a:gd name="connsiteX294" fmla="*/ 1997963 w 4257865"/>
              <a:gd name="connsiteY294" fmla="*/ 355187 h 1501997"/>
              <a:gd name="connsiteX295" fmla="*/ 1884711 w 4257865"/>
              <a:gd name="connsiteY295" fmla="*/ 355187 h 1501997"/>
              <a:gd name="connsiteX296" fmla="*/ 1884711 w 4257865"/>
              <a:gd name="connsiteY296" fmla="*/ 211454 h 1501997"/>
              <a:gd name="connsiteX297" fmla="*/ 1997963 w 4257865"/>
              <a:gd name="connsiteY297" fmla="*/ 211454 h 1501997"/>
              <a:gd name="connsiteX298" fmla="*/ 4169663 w 4257865"/>
              <a:gd name="connsiteY298" fmla="*/ 190 h 1501997"/>
              <a:gd name="connsiteX299" fmla="*/ 4188618 w 4257865"/>
              <a:gd name="connsiteY299" fmla="*/ 190 h 1501997"/>
              <a:gd name="connsiteX300" fmla="*/ 4211669 w 4257865"/>
              <a:gd name="connsiteY300" fmla="*/ 41624 h 1501997"/>
              <a:gd name="connsiteX301" fmla="*/ 4234147 w 4257865"/>
              <a:gd name="connsiteY301" fmla="*/ 190 h 1501997"/>
              <a:gd name="connsiteX302" fmla="*/ 4253197 w 4257865"/>
              <a:gd name="connsiteY302" fmla="*/ 190 h 1501997"/>
              <a:gd name="connsiteX303" fmla="*/ 4257388 w 4257865"/>
              <a:gd name="connsiteY303" fmla="*/ 88582 h 1501997"/>
              <a:gd name="connsiteX304" fmla="*/ 4237386 w 4257865"/>
              <a:gd name="connsiteY304" fmla="*/ 88582 h 1501997"/>
              <a:gd name="connsiteX305" fmla="*/ 4234814 w 4257865"/>
              <a:gd name="connsiteY305" fmla="*/ 30765 h 1501997"/>
              <a:gd name="connsiteX306" fmla="*/ 4216526 w 4257865"/>
              <a:gd name="connsiteY306" fmla="*/ 65246 h 1501997"/>
              <a:gd name="connsiteX307" fmla="*/ 4206239 w 4257865"/>
              <a:gd name="connsiteY307" fmla="*/ 65246 h 1501997"/>
              <a:gd name="connsiteX308" fmla="*/ 4186808 w 4257865"/>
              <a:gd name="connsiteY308" fmla="*/ 31146 h 1501997"/>
              <a:gd name="connsiteX309" fmla="*/ 4184617 w 4257865"/>
              <a:gd name="connsiteY309" fmla="*/ 88582 h 1501997"/>
              <a:gd name="connsiteX310" fmla="*/ 4165472 w 4257865"/>
              <a:gd name="connsiteY310" fmla="*/ 88582 h 1501997"/>
              <a:gd name="connsiteX311" fmla="*/ 4079652 w 4257865"/>
              <a:gd name="connsiteY311" fmla="*/ 190 h 1501997"/>
              <a:gd name="connsiteX312" fmla="*/ 4156900 w 4257865"/>
              <a:gd name="connsiteY312" fmla="*/ 190 h 1501997"/>
              <a:gd name="connsiteX313" fmla="*/ 4156900 w 4257865"/>
              <a:gd name="connsiteY313" fmla="*/ 17811 h 1501997"/>
              <a:gd name="connsiteX314" fmla="*/ 4128420 w 4257865"/>
              <a:gd name="connsiteY314" fmla="*/ 17811 h 1501997"/>
              <a:gd name="connsiteX315" fmla="*/ 4128420 w 4257865"/>
              <a:gd name="connsiteY315" fmla="*/ 88582 h 1501997"/>
              <a:gd name="connsiteX316" fmla="*/ 4108227 w 4257865"/>
              <a:gd name="connsiteY316" fmla="*/ 88582 h 1501997"/>
              <a:gd name="connsiteX317" fmla="*/ 4108227 w 4257865"/>
              <a:gd name="connsiteY317" fmla="*/ 17811 h 1501997"/>
              <a:gd name="connsiteX318" fmla="*/ 4079652 w 4257865"/>
              <a:gd name="connsiteY318" fmla="*/ 17811 h 1501997"/>
              <a:gd name="connsiteX319" fmla="*/ 831532 w 4257865"/>
              <a:gd name="connsiteY319" fmla="*/ 190 h 1501997"/>
              <a:gd name="connsiteX320" fmla="*/ 998600 w 4257865"/>
              <a:gd name="connsiteY320" fmla="*/ 190 h 1501997"/>
              <a:gd name="connsiteX321" fmla="*/ 998600 w 4257865"/>
              <a:gd name="connsiteY321" fmla="*/ 887349 h 1501997"/>
              <a:gd name="connsiteX322" fmla="*/ 831532 w 4257865"/>
              <a:gd name="connsiteY322" fmla="*/ 887349 h 1501997"/>
              <a:gd name="connsiteX323" fmla="*/ 0 w 4257865"/>
              <a:gd name="connsiteY323" fmla="*/ 0 h 1501997"/>
              <a:gd name="connsiteX324" fmla="*/ 709993 w 4257865"/>
              <a:gd name="connsiteY324" fmla="*/ 0 h 1501997"/>
              <a:gd name="connsiteX325" fmla="*/ 709993 w 4257865"/>
              <a:gd name="connsiteY325" fmla="*/ 177451 h 1501997"/>
              <a:gd name="connsiteX326" fmla="*/ 0 w 4257865"/>
              <a:gd name="connsiteY326" fmla="*/ 177451 h 1501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</a:cxnLst>
            <a:rect l="l" t="t" r="r" b="b"/>
            <a:pathLst>
              <a:path w="4257865" h="1501997">
                <a:moveTo>
                  <a:pt x="1503045" y="1381696"/>
                </a:moveTo>
                <a:lnTo>
                  <a:pt x="1503176" y="1381851"/>
                </a:lnTo>
                <a:lnTo>
                  <a:pt x="1488090" y="1397126"/>
                </a:lnTo>
                <a:cubicBezTo>
                  <a:pt x="1485042" y="1402746"/>
                  <a:pt x="1483423" y="1408652"/>
                  <a:pt x="1483423" y="1414843"/>
                </a:cubicBezTo>
                <a:cubicBezTo>
                  <a:pt x="1483423" y="1423416"/>
                  <a:pt x="1486566" y="1430083"/>
                  <a:pt x="1492853" y="1434750"/>
                </a:cubicBezTo>
                <a:cubicBezTo>
                  <a:pt x="1499139" y="1439513"/>
                  <a:pt x="1506378" y="1441799"/>
                  <a:pt x="1514379" y="1441799"/>
                </a:cubicBezTo>
                <a:cubicBezTo>
                  <a:pt x="1519523" y="1441799"/>
                  <a:pt x="1524381" y="1441037"/>
                  <a:pt x="1529048" y="1439608"/>
                </a:cubicBezTo>
                <a:cubicBezTo>
                  <a:pt x="1533715" y="1438179"/>
                  <a:pt x="1539049" y="1435417"/>
                  <a:pt x="1544955" y="1431321"/>
                </a:cubicBezTo>
                <a:lnTo>
                  <a:pt x="1503176" y="1381851"/>
                </a:lnTo>
                <a:lnTo>
                  <a:pt x="1503235" y="1381791"/>
                </a:lnTo>
                <a:close/>
                <a:moveTo>
                  <a:pt x="2832735" y="1288732"/>
                </a:moveTo>
                <a:lnTo>
                  <a:pt x="2801683" y="1387506"/>
                </a:lnTo>
                <a:lnTo>
                  <a:pt x="2862548" y="1387506"/>
                </a:lnTo>
                <a:close/>
                <a:moveTo>
                  <a:pt x="3387661" y="1288637"/>
                </a:moveTo>
                <a:lnTo>
                  <a:pt x="3387661" y="1432179"/>
                </a:lnTo>
                <a:lnTo>
                  <a:pt x="3416712" y="1432179"/>
                </a:lnTo>
                <a:lnTo>
                  <a:pt x="3416808" y="1432179"/>
                </a:lnTo>
                <a:cubicBezTo>
                  <a:pt x="3440144" y="1432179"/>
                  <a:pt x="3458241" y="1425511"/>
                  <a:pt x="3471005" y="1412176"/>
                </a:cubicBezTo>
                <a:cubicBezTo>
                  <a:pt x="3483768" y="1398841"/>
                  <a:pt x="3490150" y="1381601"/>
                  <a:pt x="3490150" y="1360360"/>
                </a:cubicBezTo>
                <a:cubicBezTo>
                  <a:pt x="3490150" y="1349597"/>
                  <a:pt x="3488721" y="1339882"/>
                  <a:pt x="3485673" y="1331119"/>
                </a:cubicBezTo>
                <a:cubicBezTo>
                  <a:pt x="3482720" y="1322356"/>
                  <a:pt x="3478244" y="1314831"/>
                  <a:pt x="3472148" y="1308544"/>
                </a:cubicBezTo>
                <a:cubicBezTo>
                  <a:pt x="3466052" y="1302258"/>
                  <a:pt x="3458527" y="1297305"/>
                  <a:pt x="3449383" y="1293876"/>
                </a:cubicBezTo>
                <a:cubicBezTo>
                  <a:pt x="3440239" y="1290352"/>
                  <a:pt x="3429381" y="1288637"/>
                  <a:pt x="3416712" y="1288637"/>
                </a:cubicBezTo>
                <a:close/>
                <a:moveTo>
                  <a:pt x="2019109" y="1282731"/>
                </a:moveTo>
                <a:lnTo>
                  <a:pt x="2019109" y="1347692"/>
                </a:lnTo>
                <a:lnTo>
                  <a:pt x="2053780" y="1347692"/>
                </a:lnTo>
                <a:lnTo>
                  <a:pt x="2053875" y="1347596"/>
                </a:lnTo>
                <a:cubicBezTo>
                  <a:pt x="2063305" y="1347596"/>
                  <a:pt x="2070925" y="1344739"/>
                  <a:pt x="2076830" y="1338929"/>
                </a:cubicBezTo>
                <a:cubicBezTo>
                  <a:pt x="2082736" y="1333119"/>
                  <a:pt x="2085688" y="1325403"/>
                  <a:pt x="2085688" y="1315783"/>
                </a:cubicBezTo>
                <a:cubicBezTo>
                  <a:pt x="2085688" y="1305591"/>
                  <a:pt x="2082831" y="1297495"/>
                  <a:pt x="2077211" y="1291590"/>
                </a:cubicBezTo>
                <a:cubicBezTo>
                  <a:pt x="2071591" y="1285684"/>
                  <a:pt x="2063590" y="1282731"/>
                  <a:pt x="2053398" y="1282731"/>
                </a:cubicBezTo>
                <a:close/>
                <a:moveTo>
                  <a:pt x="3316414" y="1226248"/>
                </a:moveTo>
                <a:lnTo>
                  <a:pt x="3419570" y="1226248"/>
                </a:lnTo>
                <a:cubicBezTo>
                  <a:pt x="3440239" y="1226248"/>
                  <a:pt x="3459384" y="1228915"/>
                  <a:pt x="3477006" y="1234345"/>
                </a:cubicBezTo>
                <a:cubicBezTo>
                  <a:pt x="3494627" y="1239774"/>
                  <a:pt x="3509867" y="1247870"/>
                  <a:pt x="3522726" y="1258919"/>
                </a:cubicBezTo>
                <a:cubicBezTo>
                  <a:pt x="3535584" y="1269968"/>
                  <a:pt x="3545681" y="1284065"/>
                  <a:pt x="3552920" y="1301210"/>
                </a:cubicBezTo>
                <a:cubicBezTo>
                  <a:pt x="3560159" y="1318355"/>
                  <a:pt x="3563778" y="1338739"/>
                  <a:pt x="3563778" y="1362075"/>
                </a:cubicBezTo>
                <a:cubicBezTo>
                  <a:pt x="3563778" y="1385411"/>
                  <a:pt x="3560064" y="1403794"/>
                  <a:pt x="3552729" y="1420273"/>
                </a:cubicBezTo>
                <a:cubicBezTo>
                  <a:pt x="3545300" y="1436846"/>
                  <a:pt x="3535203" y="1450657"/>
                  <a:pt x="3522344" y="1461802"/>
                </a:cubicBezTo>
                <a:cubicBezTo>
                  <a:pt x="3509486" y="1472946"/>
                  <a:pt x="3494151" y="1481232"/>
                  <a:pt x="3476434" y="1486757"/>
                </a:cubicBezTo>
                <a:cubicBezTo>
                  <a:pt x="3458718" y="1492282"/>
                  <a:pt x="3439572" y="1495044"/>
                  <a:pt x="3419189" y="1495044"/>
                </a:cubicBezTo>
                <a:lnTo>
                  <a:pt x="3316414" y="1495044"/>
                </a:lnTo>
                <a:close/>
                <a:moveTo>
                  <a:pt x="3013138" y="1226248"/>
                </a:moveTo>
                <a:lnTo>
                  <a:pt x="3013233" y="1226248"/>
                </a:lnTo>
                <a:lnTo>
                  <a:pt x="3078099" y="1226248"/>
                </a:lnTo>
                <a:lnTo>
                  <a:pt x="3181254" y="1376171"/>
                </a:lnTo>
                <a:lnTo>
                  <a:pt x="3181254" y="1226248"/>
                </a:lnTo>
                <a:lnTo>
                  <a:pt x="3251834" y="1226248"/>
                </a:lnTo>
                <a:lnTo>
                  <a:pt x="3251834" y="1495139"/>
                </a:lnTo>
                <a:lnTo>
                  <a:pt x="3190970" y="1495139"/>
                </a:lnTo>
                <a:lnTo>
                  <a:pt x="3083718" y="1340738"/>
                </a:lnTo>
                <a:lnTo>
                  <a:pt x="3083718" y="1495139"/>
                </a:lnTo>
                <a:lnTo>
                  <a:pt x="3013138" y="1495139"/>
                </a:lnTo>
                <a:close/>
                <a:moveTo>
                  <a:pt x="2794349" y="1226248"/>
                </a:moveTo>
                <a:lnTo>
                  <a:pt x="2876169" y="1226248"/>
                </a:lnTo>
                <a:lnTo>
                  <a:pt x="2971324" y="1495139"/>
                </a:lnTo>
                <a:lnTo>
                  <a:pt x="2894362" y="1495139"/>
                </a:lnTo>
                <a:lnTo>
                  <a:pt x="2877026" y="1439513"/>
                </a:lnTo>
                <a:lnTo>
                  <a:pt x="2787110" y="1439513"/>
                </a:lnTo>
                <a:lnTo>
                  <a:pt x="2769394" y="1495139"/>
                </a:lnTo>
                <a:lnTo>
                  <a:pt x="2695575" y="1495139"/>
                </a:lnTo>
                <a:close/>
                <a:moveTo>
                  <a:pt x="2473928" y="1226248"/>
                </a:moveTo>
                <a:lnTo>
                  <a:pt x="2545270" y="1226248"/>
                </a:lnTo>
                <a:lnTo>
                  <a:pt x="2545270" y="1432274"/>
                </a:lnTo>
                <a:lnTo>
                  <a:pt x="2669857" y="1432274"/>
                </a:lnTo>
                <a:lnTo>
                  <a:pt x="2669857" y="1495139"/>
                </a:lnTo>
                <a:lnTo>
                  <a:pt x="2473928" y="1495139"/>
                </a:lnTo>
                <a:close/>
                <a:moveTo>
                  <a:pt x="2218753" y="1226248"/>
                </a:moveTo>
                <a:lnTo>
                  <a:pt x="2412206" y="1226248"/>
                </a:lnTo>
                <a:lnTo>
                  <a:pt x="2412206" y="1287970"/>
                </a:lnTo>
                <a:lnTo>
                  <a:pt x="2290095" y="1287970"/>
                </a:lnTo>
                <a:lnTo>
                  <a:pt x="2290095" y="1329499"/>
                </a:lnTo>
                <a:lnTo>
                  <a:pt x="2390489" y="1329499"/>
                </a:lnTo>
                <a:lnTo>
                  <a:pt x="2390489" y="1387601"/>
                </a:lnTo>
                <a:lnTo>
                  <a:pt x="2290095" y="1387601"/>
                </a:lnTo>
                <a:lnTo>
                  <a:pt x="2290095" y="1433512"/>
                </a:lnTo>
                <a:lnTo>
                  <a:pt x="2420683" y="1433512"/>
                </a:lnTo>
                <a:lnTo>
                  <a:pt x="2420683" y="1495234"/>
                </a:lnTo>
                <a:lnTo>
                  <a:pt x="2218753" y="1495234"/>
                </a:lnTo>
                <a:lnTo>
                  <a:pt x="2218753" y="1226343"/>
                </a:lnTo>
                <a:close/>
                <a:moveTo>
                  <a:pt x="1949481" y="1226248"/>
                </a:moveTo>
                <a:lnTo>
                  <a:pt x="2060733" y="1226248"/>
                </a:lnTo>
                <a:cubicBezTo>
                  <a:pt x="2075211" y="1226248"/>
                  <a:pt x="2088355" y="1228153"/>
                  <a:pt x="2100071" y="1231868"/>
                </a:cubicBezTo>
                <a:cubicBezTo>
                  <a:pt x="2111787" y="1235582"/>
                  <a:pt x="2121788" y="1241202"/>
                  <a:pt x="2130075" y="1248632"/>
                </a:cubicBezTo>
                <a:cubicBezTo>
                  <a:pt x="2138362" y="1256061"/>
                  <a:pt x="2144839" y="1265205"/>
                  <a:pt x="2149411" y="1276254"/>
                </a:cubicBezTo>
                <a:cubicBezTo>
                  <a:pt x="2153982" y="1287303"/>
                  <a:pt x="2156269" y="1300067"/>
                  <a:pt x="2156269" y="1314545"/>
                </a:cubicBezTo>
                <a:cubicBezTo>
                  <a:pt x="2156269" y="1332261"/>
                  <a:pt x="2152363" y="1347692"/>
                  <a:pt x="2144553" y="1360741"/>
                </a:cubicBezTo>
                <a:cubicBezTo>
                  <a:pt x="2136742" y="1373790"/>
                  <a:pt x="2126455" y="1384173"/>
                  <a:pt x="2113501" y="1391983"/>
                </a:cubicBezTo>
                <a:lnTo>
                  <a:pt x="2171128" y="1495139"/>
                </a:lnTo>
                <a:lnTo>
                  <a:pt x="2094547" y="1495139"/>
                </a:lnTo>
                <a:lnTo>
                  <a:pt x="2049017" y="1403603"/>
                </a:lnTo>
                <a:lnTo>
                  <a:pt x="2019204" y="1403603"/>
                </a:lnTo>
                <a:lnTo>
                  <a:pt x="2019204" y="1495139"/>
                </a:lnTo>
                <a:lnTo>
                  <a:pt x="1949481" y="1495139"/>
                </a:lnTo>
                <a:close/>
                <a:moveTo>
                  <a:pt x="1813655" y="1226248"/>
                </a:moveTo>
                <a:lnTo>
                  <a:pt x="1884997" y="1226248"/>
                </a:lnTo>
                <a:lnTo>
                  <a:pt x="1884997" y="1495139"/>
                </a:lnTo>
                <a:lnTo>
                  <a:pt x="1813655" y="1495139"/>
                </a:lnTo>
                <a:close/>
                <a:moveTo>
                  <a:pt x="1063847" y="1226248"/>
                </a:moveTo>
                <a:lnTo>
                  <a:pt x="1135189" y="1226248"/>
                </a:lnTo>
                <a:lnTo>
                  <a:pt x="1135189" y="1327023"/>
                </a:lnTo>
                <a:lnTo>
                  <a:pt x="1215390" y="1226248"/>
                </a:lnTo>
                <a:lnTo>
                  <a:pt x="1298829" y="1226248"/>
                </a:lnTo>
                <a:lnTo>
                  <a:pt x="1209389" y="1329880"/>
                </a:lnTo>
                <a:lnTo>
                  <a:pt x="1313021" y="1495139"/>
                </a:lnTo>
                <a:lnTo>
                  <a:pt x="1226343" y="1495139"/>
                </a:lnTo>
                <a:lnTo>
                  <a:pt x="1160621" y="1386268"/>
                </a:lnTo>
                <a:lnTo>
                  <a:pt x="1135189" y="1416081"/>
                </a:lnTo>
                <a:lnTo>
                  <a:pt x="1135189" y="1495139"/>
                </a:lnTo>
                <a:lnTo>
                  <a:pt x="1063847" y="1495139"/>
                </a:lnTo>
                <a:close/>
                <a:moveTo>
                  <a:pt x="769238" y="1226248"/>
                </a:moveTo>
                <a:lnTo>
                  <a:pt x="840580" y="1226248"/>
                </a:lnTo>
                <a:lnTo>
                  <a:pt x="840580" y="1383887"/>
                </a:lnTo>
                <a:cubicBezTo>
                  <a:pt x="840580" y="1398650"/>
                  <a:pt x="844009" y="1410747"/>
                  <a:pt x="850867" y="1420177"/>
                </a:cubicBezTo>
                <a:cubicBezTo>
                  <a:pt x="857725" y="1429607"/>
                  <a:pt x="869060" y="1434274"/>
                  <a:pt x="884967" y="1434274"/>
                </a:cubicBezTo>
                <a:cubicBezTo>
                  <a:pt x="900874" y="1434274"/>
                  <a:pt x="912113" y="1429511"/>
                  <a:pt x="918780" y="1419986"/>
                </a:cubicBezTo>
                <a:cubicBezTo>
                  <a:pt x="925543" y="1410461"/>
                  <a:pt x="928877" y="1398460"/>
                  <a:pt x="928877" y="1383887"/>
                </a:cubicBezTo>
                <a:lnTo>
                  <a:pt x="928877" y="1226248"/>
                </a:lnTo>
                <a:lnTo>
                  <a:pt x="1001077" y="1226248"/>
                </a:lnTo>
                <a:lnTo>
                  <a:pt x="1001077" y="1390269"/>
                </a:lnTo>
                <a:cubicBezTo>
                  <a:pt x="1001077" y="1407509"/>
                  <a:pt x="998219" y="1423034"/>
                  <a:pt x="992599" y="1436846"/>
                </a:cubicBezTo>
                <a:cubicBezTo>
                  <a:pt x="986980" y="1450657"/>
                  <a:pt x="978979" y="1462468"/>
                  <a:pt x="968596" y="1472088"/>
                </a:cubicBezTo>
                <a:cubicBezTo>
                  <a:pt x="958214" y="1481708"/>
                  <a:pt x="946022" y="1489138"/>
                  <a:pt x="931925" y="1494282"/>
                </a:cubicBezTo>
                <a:cubicBezTo>
                  <a:pt x="917828" y="1499425"/>
                  <a:pt x="902302" y="1501997"/>
                  <a:pt x="885348" y="1501997"/>
                </a:cubicBezTo>
                <a:cubicBezTo>
                  <a:pt x="868393" y="1501997"/>
                  <a:pt x="852867" y="1499425"/>
                  <a:pt x="838580" y="1494282"/>
                </a:cubicBezTo>
                <a:cubicBezTo>
                  <a:pt x="824292" y="1489233"/>
                  <a:pt x="812005" y="1481899"/>
                  <a:pt x="801718" y="1472279"/>
                </a:cubicBezTo>
                <a:cubicBezTo>
                  <a:pt x="791431" y="1462658"/>
                  <a:pt x="783335" y="1451038"/>
                  <a:pt x="777715" y="1437227"/>
                </a:cubicBezTo>
                <a:cubicBezTo>
                  <a:pt x="772096" y="1423415"/>
                  <a:pt x="769238" y="1407699"/>
                  <a:pt x="769238" y="1390269"/>
                </a:cubicBezTo>
                <a:close/>
                <a:moveTo>
                  <a:pt x="1542383" y="1218628"/>
                </a:moveTo>
                <a:cubicBezTo>
                  <a:pt x="1559337" y="1218628"/>
                  <a:pt x="1574863" y="1222724"/>
                  <a:pt x="1588960" y="1230915"/>
                </a:cubicBezTo>
                <a:cubicBezTo>
                  <a:pt x="1603057" y="1239107"/>
                  <a:pt x="1614011" y="1252156"/>
                  <a:pt x="1621821" y="1270253"/>
                </a:cubicBezTo>
                <a:lnTo>
                  <a:pt x="1572672" y="1298828"/>
                </a:lnTo>
                <a:cubicBezTo>
                  <a:pt x="1570005" y="1292161"/>
                  <a:pt x="1566386" y="1286541"/>
                  <a:pt x="1562004" y="1282065"/>
                </a:cubicBezTo>
                <a:cubicBezTo>
                  <a:pt x="1557623" y="1277588"/>
                  <a:pt x="1551908" y="1275397"/>
                  <a:pt x="1544859" y="1275397"/>
                </a:cubicBezTo>
                <a:cubicBezTo>
                  <a:pt x="1538382" y="1275397"/>
                  <a:pt x="1532953" y="1277302"/>
                  <a:pt x="1528572" y="1281207"/>
                </a:cubicBezTo>
                <a:cubicBezTo>
                  <a:pt x="1524190" y="1285112"/>
                  <a:pt x="1521904" y="1290256"/>
                  <a:pt x="1521904" y="1296733"/>
                </a:cubicBezTo>
                <a:cubicBezTo>
                  <a:pt x="1521904" y="1301305"/>
                  <a:pt x="1523238" y="1305686"/>
                  <a:pt x="1525905" y="1309878"/>
                </a:cubicBezTo>
                <a:cubicBezTo>
                  <a:pt x="1528572" y="1314069"/>
                  <a:pt x="1531429" y="1317878"/>
                  <a:pt x="1534382" y="1321403"/>
                </a:cubicBezTo>
                <a:lnTo>
                  <a:pt x="1591627" y="1388268"/>
                </a:lnTo>
                <a:cubicBezTo>
                  <a:pt x="1596961" y="1382934"/>
                  <a:pt x="1602676" y="1376838"/>
                  <a:pt x="1608772" y="1370171"/>
                </a:cubicBezTo>
                <a:cubicBezTo>
                  <a:pt x="1614773" y="1363408"/>
                  <a:pt x="1621345" y="1356169"/>
                  <a:pt x="1628298" y="1348358"/>
                </a:cubicBezTo>
                <a:lnTo>
                  <a:pt x="1673066" y="1389030"/>
                </a:lnTo>
                <a:cubicBezTo>
                  <a:pt x="1665255" y="1397603"/>
                  <a:pt x="1657826" y="1405604"/>
                  <a:pt x="1650682" y="1413033"/>
                </a:cubicBezTo>
                <a:cubicBezTo>
                  <a:pt x="1643538" y="1420463"/>
                  <a:pt x="1636871" y="1427225"/>
                  <a:pt x="1630775" y="1433417"/>
                </a:cubicBezTo>
                <a:lnTo>
                  <a:pt x="1683162" y="1494662"/>
                </a:lnTo>
                <a:lnTo>
                  <a:pt x="1599342" y="1494662"/>
                </a:lnTo>
                <a:lnTo>
                  <a:pt x="1582769" y="1475327"/>
                </a:lnTo>
                <a:lnTo>
                  <a:pt x="1582674" y="1475708"/>
                </a:lnTo>
                <a:cubicBezTo>
                  <a:pt x="1575435" y="1481042"/>
                  <a:pt x="1568481" y="1485423"/>
                  <a:pt x="1561909" y="1488566"/>
                </a:cubicBezTo>
                <a:cubicBezTo>
                  <a:pt x="1555337" y="1491805"/>
                  <a:pt x="1549050" y="1494377"/>
                  <a:pt x="1542954" y="1496377"/>
                </a:cubicBezTo>
                <a:cubicBezTo>
                  <a:pt x="1536858" y="1498377"/>
                  <a:pt x="1530953" y="1499711"/>
                  <a:pt x="1525047" y="1500378"/>
                </a:cubicBezTo>
                <a:cubicBezTo>
                  <a:pt x="1519142" y="1501044"/>
                  <a:pt x="1513046" y="1501425"/>
                  <a:pt x="1506950" y="1501425"/>
                </a:cubicBezTo>
                <a:cubicBezTo>
                  <a:pt x="1494853" y="1501425"/>
                  <a:pt x="1483328" y="1499711"/>
                  <a:pt x="1472469" y="1496187"/>
                </a:cubicBezTo>
                <a:cubicBezTo>
                  <a:pt x="1461611" y="1492662"/>
                  <a:pt x="1452086" y="1487519"/>
                  <a:pt x="1443894" y="1480661"/>
                </a:cubicBezTo>
                <a:cubicBezTo>
                  <a:pt x="1435703" y="1473803"/>
                  <a:pt x="1429226" y="1465421"/>
                  <a:pt x="1424559" y="1455515"/>
                </a:cubicBezTo>
                <a:cubicBezTo>
                  <a:pt x="1419891" y="1445609"/>
                  <a:pt x="1417510" y="1434179"/>
                  <a:pt x="1417510" y="1421225"/>
                </a:cubicBezTo>
                <a:cubicBezTo>
                  <a:pt x="1417510" y="1404556"/>
                  <a:pt x="1421796" y="1389030"/>
                  <a:pt x="1430369" y="1374648"/>
                </a:cubicBezTo>
                <a:cubicBezTo>
                  <a:pt x="1438941" y="1360265"/>
                  <a:pt x="1451610" y="1348358"/>
                  <a:pt x="1468278" y="1338929"/>
                </a:cubicBezTo>
                <a:cubicBezTo>
                  <a:pt x="1462087" y="1329499"/>
                  <a:pt x="1458277" y="1321212"/>
                  <a:pt x="1456753" y="1313878"/>
                </a:cubicBezTo>
                <a:cubicBezTo>
                  <a:pt x="1455324" y="1306639"/>
                  <a:pt x="1454562" y="1299876"/>
                  <a:pt x="1454562" y="1293685"/>
                </a:cubicBezTo>
                <a:cubicBezTo>
                  <a:pt x="1454562" y="1283207"/>
                  <a:pt x="1456753" y="1273492"/>
                  <a:pt x="1461039" y="1264443"/>
                </a:cubicBezTo>
                <a:cubicBezTo>
                  <a:pt x="1465326" y="1255395"/>
                  <a:pt x="1471422" y="1247489"/>
                  <a:pt x="1479137" y="1240631"/>
                </a:cubicBezTo>
                <a:cubicBezTo>
                  <a:pt x="1486852" y="1233773"/>
                  <a:pt x="1496187" y="1228439"/>
                  <a:pt x="1506950" y="1224533"/>
                </a:cubicBezTo>
                <a:cubicBezTo>
                  <a:pt x="1517713" y="1220628"/>
                  <a:pt x="1529524" y="1218628"/>
                  <a:pt x="1542383" y="1218628"/>
                </a:cubicBezTo>
                <a:close/>
                <a:moveTo>
                  <a:pt x="95" y="709898"/>
                </a:moveTo>
                <a:lnTo>
                  <a:pt x="177546" y="709898"/>
                </a:lnTo>
                <a:lnTo>
                  <a:pt x="177546" y="887349"/>
                </a:lnTo>
                <a:lnTo>
                  <a:pt x="95" y="887349"/>
                </a:lnTo>
                <a:close/>
                <a:moveTo>
                  <a:pt x="0" y="354901"/>
                </a:moveTo>
                <a:lnTo>
                  <a:pt x="532543" y="354901"/>
                </a:lnTo>
                <a:lnTo>
                  <a:pt x="532543" y="532352"/>
                </a:lnTo>
                <a:lnTo>
                  <a:pt x="0" y="532352"/>
                </a:lnTo>
                <a:close/>
                <a:moveTo>
                  <a:pt x="3359657" y="340900"/>
                </a:moveTo>
                <a:cubicBezTo>
                  <a:pt x="3332320" y="340900"/>
                  <a:pt x="3308032" y="345377"/>
                  <a:pt x="3286791" y="354330"/>
                </a:cubicBezTo>
                <a:cubicBezTo>
                  <a:pt x="3265550" y="363283"/>
                  <a:pt x="3247929" y="374618"/>
                  <a:pt x="3233737" y="388334"/>
                </a:cubicBezTo>
                <a:cubicBezTo>
                  <a:pt x="3219544" y="402050"/>
                  <a:pt x="3208686" y="417385"/>
                  <a:pt x="3201161" y="434340"/>
                </a:cubicBezTo>
                <a:cubicBezTo>
                  <a:pt x="3193636" y="451294"/>
                  <a:pt x="3189826" y="468344"/>
                  <a:pt x="3189826" y="485299"/>
                </a:cubicBezTo>
                <a:lnTo>
                  <a:pt x="3515391" y="485299"/>
                </a:lnTo>
                <a:cubicBezTo>
                  <a:pt x="3515391" y="468344"/>
                  <a:pt x="3512057" y="451294"/>
                  <a:pt x="3505485" y="434340"/>
                </a:cubicBezTo>
                <a:cubicBezTo>
                  <a:pt x="3498817" y="417385"/>
                  <a:pt x="3489197" y="402050"/>
                  <a:pt x="3476434" y="388334"/>
                </a:cubicBezTo>
                <a:cubicBezTo>
                  <a:pt x="3463670" y="374618"/>
                  <a:pt x="3447382" y="363283"/>
                  <a:pt x="3427570" y="354330"/>
                </a:cubicBezTo>
                <a:cubicBezTo>
                  <a:pt x="3407758" y="345377"/>
                  <a:pt x="3385184" y="340900"/>
                  <a:pt x="3359657" y="340900"/>
                </a:cubicBezTo>
                <a:close/>
                <a:moveTo>
                  <a:pt x="1150334" y="211455"/>
                </a:moveTo>
                <a:lnTo>
                  <a:pt x="1317402" y="211455"/>
                </a:lnTo>
                <a:lnTo>
                  <a:pt x="1317402" y="625507"/>
                </a:lnTo>
                <a:cubicBezTo>
                  <a:pt x="1317402" y="667988"/>
                  <a:pt x="1328928" y="700754"/>
                  <a:pt x="1352073" y="723900"/>
                </a:cubicBezTo>
                <a:cubicBezTo>
                  <a:pt x="1375219" y="747046"/>
                  <a:pt x="1405128" y="758571"/>
                  <a:pt x="1441989" y="758571"/>
                </a:cubicBezTo>
                <a:cubicBezTo>
                  <a:pt x="1464659" y="758571"/>
                  <a:pt x="1485900" y="754094"/>
                  <a:pt x="1505712" y="745141"/>
                </a:cubicBezTo>
                <a:cubicBezTo>
                  <a:pt x="1525524" y="736187"/>
                  <a:pt x="1542478" y="723614"/>
                  <a:pt x="1556670" y="707612"/>
                </a:cubicBezTo>
                <a:cubicBezTo>
                  <a:pt x="1570863" y="691610"/>
                  <a:pt x="1581912" y="672941"/>
                  <a:pt x="1589913" y="651701"/>
                </a:cubicBezTo>
                <a:cubicBezTo>
                  <a:pt x="1597914" y="630460"/>
                  <a:pt x="1601914" y="607600"/>
                  <a:pt x="1601914" y="583025"/>
                </a:cubicBezTo>
                <a:lnTo>
                  <a:pt x="1601819" y="583025"/>
                </a:lnTo>
                <a:lnTo>
                  <a:pt x="1601819" y="211455"/>
                </a:lnTo>
                <a:lnTo>
                  <a:pt x="1768887" y="211455"/>
                </a:lnTo>
                <a:lnTo>
                  <a:pt x="1768887" y="887349"/>
                </a:lnTo>
                <a:lnTo>
                  <a:pt x="1608963" y="887349"/>
                </a:lnTo>
                <a:lnTo>
                  <a:pt x="1604772" y="812292"/>
                </a:lnTo>
                <a:cubicBezTo>
                  <a:pt x="1596294" y="821722"/>
                  <a:pt x="1585817" y="831628"/>
                  <a:pt x="1573625" y="842010"/>
                </a:cubicBezTo>
                <a:cubicBezTo>
                  <a:pt x="1561338" y="852392"/>
                  <a:pt x="1547145" y="862108"/>
                  <a:pt x="1531143" y="871061"/>
                </a:cubicBezTo>
                <a:cubicBezTo>
                  <a:pt x="1515046" y="880110"/>
                  <a:pt x="1496663" y="887349"/>
                  <a:pt x="1475898" y="893064"/>
                </a:cubicBezTo>
                <a:cubicBezTo>
                  <a:pt x="1455134" y="898684"/>
                  <a:pt x="1431512" y="901541"/>
                  <a:pt x="1405128" y="901541"/>
                </a:cubicBezTo>
                <a:cubicBezTo>
                  <a:pt x="1322070" y="901541"/>
                  <a:pt x="1258824" y="876776"/>
                  <a:pt x="1215485" y="827246"/>
                </a:cubicBezTo>
                <a:cubicBezTo>
                  <a:pt x="1172051" y="777716"/>
                  <a:pt x="1150334" y="710946"/>
                  <a:pt x="1150334" y="626936"/>
                </a:cubicBezTo>
                <a:close/>
                <a:moveTo>
                  <a:pt x="4175664" y="202882"/>
                </a:moveTo>
                <a:cubicBezTo>
                  <a:pt x="4191666" y="202882"/>
                  <a:pt x="4206049" y="203834"/>
                  <a:pt x="4218813" y="205739"/>
                </a:cubicBezTo>
                <a:lnTo>
                  <a:pt x="4218908" y="205739"/>
                </a:lnTo>
                <a:cubicBezTo>
                  <a:pt x="4231672" y="207645"/>
                  <a:pt x="4244625" y="210978"/>
                  <a:pt x="4257865" y="215645"/>
                </a:cubicBezTo>
                <a:lnTo>
                  <a:pt x="4223861" y="372808"/>
                </a:lnTo>
                <a:cubicBezTo>
                  <a:pt x="4212526" y="368045"/>
                  <a:pt x="4201001" y="364807"/>
                  <a:pt x="4189190" y="362902"/>
                </a:cubicBezTo>
                <a:cubicBezTo>
                  <a:pt x="4177379" y="360997"/>
                  <a:pt x="4163473" y="360045"/>
                  <a:pt x="4147471" y="360045"/>
                </a:cubicBezTo>
                <a:cubicBezTo>
                  <a:pt x="4124801" y="360045"/>
                  <a:pt x="4103084" y="363854"/>
                  <a:pt x="4082320" y="371379"/>
                </a:cubicBezTo>
                <a:cubicBezTo>
                  <a:pt x="4061555" y="378999"/>
                  <a:pt x="4043553" y="389762"/>
                  <a:pt x="4028503" y="403955"/>
                </a:cubicBezTo>
                <a:cubicBezTo>
                  <a:pt x="4013359" y="418147"/>
                  <a:pt x="4001357" y="435101"/>
                  <a:pt x="3992404" y="454913"/>
                </a:cubicBezTo>
                <a:cubicBezTo>
                  <a:pt x="3983450" y="474725"/>
                  <a:pt x="3978973" y="496919"/>
                  <a:pt x="3978973" y="521398"/>
                </a:cubicBezTo>
                <a:lnTo>
                  <a:pt x="3978973" y="887349"/>
                </a:lnTo>
                <a:lnTo>
                  <a:pt x="3811905" y="887349"/>
                </a:lnTo>
                <a:lnTo>
                  <a:pt x="3811905" y="211454"/>
                </a:lnTo>
                <a:lnTo>
                  <a:pt x="3971925" y="211454"/>
                </a:lnTo>
                <a:lnTo>
                  <a:pt x="3976116" y="299180"/>
                </a:lnTo>
                <a:cubicBezTo>
                  <a:pt x="3983641" y="289750"/>
                  <a:pt x="3993356" y="279368"/>
                  <a:pt x="4005167" y="268033"/>
                </a:cubicBezTo>
                <a:cubicBezTo>
                  <a:pt x="4016883" y="256698"/>
                  <a:pt x="4030885" y="246316"/>
                  <a:pt x="4046887" y="236886"/>
                </a:cubicBezTo>
                <a:cubicBezTo>
                  <a:pt x="4062889" y="227456"/>
                  <a:pt x="4081558" y="219455"/>
                  <a:pt x="4102798" y="212788"/>
                </a:cubicBezTo>
                <a:cubicBezTo>
                  <a:pt x="4123944" y="206216"/>
                  <a:pt x="4148233" y="202882"/>
                  <a:pt x="4175664" y="202882"/>
                </a:cubicBezTo>
                <a:close/>
                <a:moveTo>
                  <a:pt x="3359753" y="200787"/>
                </a:moveTo>
                <a:cubicBezTo>
                  <a:pt x="3420046" y="200787"/>
                  <a:pt x="3471290" y="211836"/>
                  <a:pt x="3513295" y="234029"/>
                </a:cubicBezTo>
                <a:cubicBezTo>
                  <a:pt x="3555301" y="256222"/>
                  <a:pt x="3589019" y="285274"/>
                  <a:pt x="3614546" y="321088"/>
                </a:cubicBezTo>
                <a:lnTo>
                  <a:pt x="3614641" y="321088"/>
                </a:lnTo>
                <a:cubicBezTo>
                  <a:pt x="3640169" y="356997"/>
                  <a:pt x="3658552" y="397478"/>
                  <a:pt x="3669887" y="442817"/>
                </a:cubicBezTo>
                <a:cubicBezTo>
                  <a:pt x="3681221" y="488156"/>
                  <a:pt x="3686841" y="534448"/>
                  <a:pt x="3686841" y="581596"/>
                </a:cubicBezTo>
                <a:lnTo>
                  <a:pt x="3686841" y="605600"/>
                </a:lnTo>
                <a:lnTo>
                  <a:pt x="3191350" y="605600"/>
                </a:lnTo>
                <a:cubicBezTo>
                  <a:pt x="3191350" y="630174"/>
                  <a:pt x="3196780" y="652367"/>
                  <a:pt x="3207638" y="672179"/>
                </a:cubicBezTo>
                <a:cubicBezTo>
                  <a:pt x="3218497" y="691991"/>
                  <a:pt x="3232594" y="708946"/>
                  <a:pt x="3250120" y="723138"/>
                </a:cubicBezTo>
                <a:cubicBezTo>
                  <a:pt x="3267550" y="737330"/>
                  <a:pt x="3287362" y="748189"/>
                  <a:pt x="3309556" y="755713"/>
                </a:cubicBezTo>
                <a:cubicBezTo>
                  <a:pt x="3331749" y="763334"/>
                  <a:pt x="3353656" y="767048"/>
                  <a:pt x="3375373" y="767048"/>
                </a:cubicBezTo>
                <a:cubicBezTo>
                  <a:pt x="3407378" y="767048"/>
                  <a:pt x="3435476" y="764000"/>
                  <a:pt x="3459574" y="757809"/>
                </a:cubicBezTo>
                <a:cubicBezTo>
                  <a:pt x="3483578" y="751713"/>
                  <a:pt x="3504151" y="744569"/>
                  <a:pt x="3521106" y="736568"/>
                </a:cubicBezTo>
                <a:cubicBezTo>
                  <a:pt x="3538061" y="728567"/>
                  <a:pt x="3551967" y="719995"/>
                  <a:pt x="3562825" y="711041"/>
                </a:cubicBezTo>
                <a:cubicBezTo>
                  <a:pt x="3573684" y="702088"/>
                  <a:pt x="3581875" y="694849"/>
                  <a:pt x="3587590" y="689134"/>
                </a:cubicBezTo>
                <a:lnTo>
                  <a:pt x="3678173" y="791051"/>
                </a:lnTo>
                <a:cubicBezTo>
                  <a:pt x="3675316" y="793909"/>
                  <a:pt x="3667600" y="801624"/>
                  <a:pt x="3654837" y="814388"/>
                </a:cubicBezTo>
                <a:cubicBezTo>
                  <a:pt x="3642073" y="827151"/>
                  <a:pt x="3623690" y="840581"/>
                  <a:pt x="3599592" y="854774"/>
                </a:cubicBezTo>
                <a:cubicBezTo>
                  <a:pt x="3575494" y="868871"/>
                  <a:pt x="3544823" y="881634"/>
                  <a:pt x="3507580" y="892969"/>
                </a:cubicBezTo>
                <a:cubicBezTo>
                  <a:pt x="3470338" y="904208"/>
                  <a:pt x="3426713" y="909923"/>
                  <a:pt x="3373849" y="909923"/>
                </a:cubicBezTo>
                <a:cubicBezTo>
                  <a:pt x="3320986" y="909923"/>
                  <a:pt x="3272884" y="900970"/>
                  <a:pt x="3229450" y="883063"/>
                </a:cubicBezTo>
                <a:cubicBezTo>
                  <a:pt x="3186112" y="865156"/>
                  <a:pt x="3149059" y="840391"/>
                  <a:pt x="3118389" y="808768"/>
                </a:cubicBezTo>
                <a:cubicBezTo>
                  <a:pt x="3087719" y="777240"/>
                  <a:pt x="3064096" y="739235"/>
                  <a:pt x="3047618" y="694849"/>
                </a:cubicBezTo>
                <a:cubicBezTo>
                  <a:pt x="3031140" y="650462"/>
                  <a:pt x="3022853" y="601408"/>
                  <a:pt x="3022853" y="547592"/>
                </a:cubicBezTo>
                <a:cubicBezTo>
                  <a:pt x="3022853" y="498538"/>
                  <a:pt x="3031140" y="453009"/>
                  <a:pt x="3047618" y="411004"/>
                </a:cubicBezTo>
                <a:cubicBezTo>
                  <a:pt x="3064096" y="368998"/>
                  <a:pt x="3087242" y="332423"/>
                  <a:pt x="3116960" y="301276"/>
                </a:cubicBezTo>
                <a:cubicBezTo>
                  <a:pt x="3146678" y="270129"/>
                  <a:pt x="3182111" y="245554"/>
                  <a:pt x="3223164" y="227647"/>
                </a:cubicBezTo>
                <a:cubicBezTo>
                  <a:pt x="3264217" y="209740"/>
                  <a:pt x="3309746" y="200787"/>
                  <a:pt x="3359753" y="200787"/>
                </a:cubicBezTo>
                <a:close/>
                <a:moveTo>
                  <a:pt x="2570606" y="285"/>
                </a:moveTo>
                <a:lnTo>
                  <a:pt x="2737675" y="285"/>
                </a:lnTo>
                <a:lnTo>
                  <a:pt x="2737675" y="211454"/>
                </a:lnTo>
                <a:lnTo>
                  <a:pt x="2916078" y="211454"/>
                </a:lnTo>
                <a:lnTo>
                  <a:pt x="2916078" y="355187"/>
                </a:lnTo>
                <a:lnTo>
                  <a:pt x="2737675" y="355187"/>
                </a:lnTo>
                <a:lnTo>
                  <a:pt x="2737675" y="649604"/>
                </a:lnTo>
                <a:cubicBezTo>
                  <a:pt x="2737675" y="687323"/>
                  <a:pt x="2744057" y="716375"/>
                  <a:pt x="2756820" y="736663"/>
                </a:cubicBezTo>
                <a:cubicBezTo>
                  <a:pt x="2769488" y="756951"/>
                  <a:pt x="2790062" y="767048"/>
                  <a:pt x="2818351" y="767048"/>
                </a:cubicBezTo>
                <a:cubicBezTo>
                  <a:pt x="2844736" y="767048"/>
                  <a:pt x="2865786" y="763333"/>
                  <a:pt x="2881312" y="755713"/>
                </a:cubicBezTo>
                <a:lnTo>
                  <a:pt x="2881407" y="755808"/>
                </a:lnTo>
                <a:cubicBezTo>
                  <a:pt x="2896933" y="748283"/>
                  <a:pt x="2911792" y="739330"/>
                  <a:pt x="2925984" y="728948"/>
                </a:cubicBezTo>
                <a:lnTo>
                  <a:pt x="2996755" y="832294"/>
                </a:lnTo>
                <a:cubicBezTo>
                  <a:pt x="2963703" y="859726"/>
                  <a:pt x="2931128" y="879252"/>
                  <a:pt x="2899124" y="891063"/>
                </a:cubicBezTo>
                <a:cubicBezTo>
                  <a:pt x="2867024" y="902874"/>
                  <a:pt x="2832067" y="908780"/>
                  <a:pt x="2791491" y="908780"/>
                </a:cubicBezTo>
                <a:cubicBezTo>
                  <a:pt x="2750915" y="908780"/>
                  <a:pt x="2716434" y="902874"/>
                  <a:pt x="2688145" y="891063"/>
                </a:cubicBezTo>
                <a:cubicBezTo>
                  <a:pt x="2659856" y="879252"/>
                  <a:pt x="2636900" y="862488"/>
                  <a:pt x="2619470" y="840771"/>
                </a:cubicBezTo>
                <a:cubicBezTo>
                  <a:pt x="2601944" y="819054"/>
                  <a:pt x="2589466" y="792860"/>
                  <a:pt x="2581941" y="762190"/>
                </a:cubicBezTo>
                <a:cubicBezTo>
                  <a:pt x="2574416" y="731519"/>
                  <a:pt x="2570606" y="697801"/>
                  <a:pt x="2570606" y="660939"/>
                </a:cubicBezTo>
                <a:lnTo>
                  <a:pt x="2570606" y="355187"/>
                </a:lnTo>
                <a:lnTo>
                  <a:pt x="2457354" y="355187"/>
                </a:lnTo>
                <a:lnTo>
                  <a:pt x="2457354" y="211454"/>
                </a:lnTo>
                <a:lnTo>
                  <a:pt x="2570606" y="211454"/>
                </a:lnTo>
                <a:close/>
                <a:moveTo>
                  <a:pt x="1997963" y="285"/>
                </a:moveTo>
                <a:lnTo>
                  <a:pt x="2165032" y="285"/>
                </a:lnTo>
                <a:lnTo>
                  <a:pt x="2165032" y="211454"/>
                </a:lnTo>
                <a:lnTo>
                  <a:pt x="2343435" y="211454"/>
                </a:lnTo>
                <a:lnTo>
                  <a:pt x="2343435" y="355187"/>
                </a:lnTo>
                <a:lnTo>
                  <a:pt x="2165032" y="355187"/>
                </a:lnTo>
                <a:lnTo>
                  <a:pt x="2165032" y="649604"/>
                </a:lnTo>
                <a:cubicBezTo>
                  <a:pt x="2165032" y="687323"/>
                  <a:pt x="2171414" y="716375"/>
                  <a:pt x="2184177" y="736663"/>
                </a:cubicBezTo>
                <a:cubicBezTo>
                  <a:pt x="2196845" y="756951"/>
                  <a:pt x="2217419" y="767048"/>
                  <a:pt x="2245708" y="767048"/>
                </a:cubicBezTo>
                <a:cubicBezTo>
                  <a:pt x="2272093" y="767048"/>
                  <a:pt x="2293143" y="763333"/>
                  <a:pt x="2308669" y="755713"/>
                </a:cubicBezTo>
                <a:lnTo>
                  <a:pt x="2308669" y="755808"/>
                </a:lnTo>
                <a:cubicBezTo>
                  <a:pt x="2324195" y="748283"/>
                  <a:pt x="2339149" y="739330"/>
                  <a:pt x="2353246" y="728948"/>
                </a:cubicBezTo>
                <a:lnTo>
                  <a:pt x="2424016" y="832294"/>
                </a:lnTo>
                <a:cubicBezTo>
                  <a:pt x="2390965" y="859726"/>
                  <a:pt x="2358484" y="879252"/>
                  <a:pt x="2326385" y="891063"/>
                </a:cubicBezTo>
                <a:cubicBezTo>
                  <a:pt x="2294286" y="902874"/>
                  <a:pt x="2259424" y="908780"/>
                  <a:pt x="2218848" y="908780"/>
                </a:cubicBezTo>
                <a:cubicBezTo>
                  <a:pt x="2178272" y="908780"/>
                  <a:pt x="2143791" y="902874"/>
                  <a:pt x="2115502" y="891063"/>
                </a:cubicBezTo>
                <a:cubicBezTo>
                  <a:pt x="2087213" y="879252"/>
                  <a:pt x="2064257" y="862488"/>
                  <a:pt x="2046826" y="840771"/>
                </a:cubicBezTo>
                <a:cubicBezTo>
                  <a:pt x="2029300" y="819054"/>
                  <a:pt x="2016823" y="792860"/>
                  <a:pt x="2009298" y="762190"/>
                </a:cubicBezTo>
                <a:cubicBezTo>
                  <a:pt x="2001773" y="731519"/>
                  <a:pt x="1997963" y="697801"/>
                  <a:pt x="1997963" y="660939"/>
                </a:cubicBezTo>
                <a:lnTo>
                  <a:pt x="1997963" y="355187"/>
                </a:lnTo>
                <a:lnTo>
                  <a:pt x="1884711" y="355187"/>
                </a:lnTo>
                <a:lnTo>
                  <a:pt x="1884711" y="211454"/>
                </a:lnTo>
                <a:lnTo>
                  <a:pt x="1997963" y="211454"/>
                </a:lnTo>
                <a:close/>
                <a:moveTo>
                  <a:pt x="4169663" y="190"/>
                </a:moveTo>
                <a:lnTo>
                  <a:pt x="4188618" y="190"/>
                </a:lnTo>
                <a:lnTo>
                  <a:pt x="4211669" y="41624"/>
                </a:lnTo>
                <a:lnTo>
                  <a:pt x="4234147" y="190"/>
                </a:lnTo>
                <a:lnTo>
                  <a:pt x="4253197" y="190"/>
                </a:lnTo>
                <a:lnTo>
                  <a:pt x="4257388" y="88582"/>
                </a:lnTo>
                <a:lnTo>
                  <a:pt x="4237386" y="88582"/>
                </a:lnTo>
                <a:lnTo>
                  <a:pt x="4234814" y="30765"/>
                </a:lnTo>
                <a:lnTo>
                  <a:pt x="4216526" y="65246"/>
                </a:lnTo>
                <a:lnTo>
                  <a:pt x="4206239" y="65246"/>
                </a:lnTo>
                <a:lnTo>
                  <a:pt x="4186808" y="31146"/>
                </a:lnTo>
                <a:lnTo>
                  <a:pt x="4184617" y="88582"/>
                </a:lnTo>
                <a:lnTo>
                  <a:pt x="4165472" y="88582"/>
                </a:lnTo>
                <a:close/>
                <a:moveTo>
                  <a:pt x="4079652" y="190"/>
                </a:moveTo>
                <a:lnTo>
                  <a:pt x="4156900" y="190"/>
                </a:lnTo>
                <a:lnTo>
                  <a:pt x="4156900" y="17811"/>
                </a:lnTo>
                <a:lnTo>
                  <a:pt x="4128420" y="17811"/>
                </a:lnTo>
                <a:lnTo>
                  <a:pt x="4128420" y="88582"/>
                </a:lnTo>
                <a:lnTo>
                  <a:pt x="4108227" y="88582"/>
                </a:lnTo>
                <a:lnTo>
                  <a:pt x="4108227" y="17811"/>
                </a:lnTo>
                <a:lnTo>
                  <a:pt x="4079652" y="17811"/>
                </a:lnTo>
                <a:close/>
                <a:moveTo>
                  <a:pt x="831532" y="190"/>
                </a:moveTo>
                <a:lnTo>
                  <a:pt x="998600" y="190"/>
                </a:lnTo>
                <a:lnTo>
                  <a:pt x="998600" y="887349"/>
                </a:lnTo>
                <a:lnTo>
                  <a:pt x="831532" y="887349"/>
                </a:lnTo>
                <a:close/>
                <a:moveTo>
                  <a:pt x="0" y="0"/>
                </a:moveTo>
                <a:lnTo>
                  <a:pt x="709993" y="0"/>
                </a:lnTo>
                <a:lnTo>
                  <a:pt x="709993" y="177451"/>
                </a:lnTo>
                <a:lnTo>
                  <a:pt x="0" y="17745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s 1"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White Background">
            <a:extLst>
              <a:ext uri="{FF2B5EF4-FFF2-40B4-BE49-F238E27FC236}">
                <a16:creationId xmlns:a16="http://schemas.microsoft.com/office/drawing/2014/main" id="{EC24498A-B2DF-84E4-8536-E72A6B094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345195" y="0"/>
            <a:ext cx="684680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BC44D8B8-04D9-A0D6-12E4-99661CD98A7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096000" y="688975"/>
            <a:ext cx="5735638" cy="5464175"/>
          </a:xfrm>
          <a:prstGeom prst="rect">
            <a:avLst/>
          </a:prstGeom>
        </p:spPr>
        <p:txBody>
          <a:bodyPr bIns="125999" anchor="ctr">
            <a:noAutofit/>
          </a:bodyPr>
          <a:lstStyle>
            <a:lvl1pPr marL="0" indent="0">
              <a:spcBef>
                <a:spcPts val="0"/>
              </a:spcBef>
              <a:spcAft>
                <a:spcPts val="3000"/>
              </a:spcAft>
              <a:buNone/>
              <a:tabLst>
                <a:tab pos="709613" algn="l"/>
                <a:tab pos="5507038" algn="r"/>
              </a:tabLst>
              <a:defRPr sz="2000" b="0" i="0">
                <a:solidFill>
                  <a:schemeClr val="tx1"/>
                </a:solidFill>
                <a:latin typeface="Clash Display" pitchFamily="2" charset="0"/>
              </a:defRPr>
            </a:lvl1pPr>
          </a:lstStyle>
          <a:p>
            <a:pPr lvl="0"/>
            <a:r>
              <a:rPr lang="en-US"/>
              <a:t xml:space="preserve">01	Add section	</a:t>
            </a:r>
          </a:p>
          <a:p>
            <a:pPr lvl="0"/>
            <a:r>
              <a:rPr lang="en-US"/>
              <a:t>02	Add section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A74C906-9E00-351A-BC16-9904D47AA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688975"/>
            <a:ext cx="3857625" cy="5464175"/>
          </a:xfrm>
          <a:prstGeom prst="rect">
            <a:avLst/>
          </a:prstGeom>
        </p:spPr>
        <p:txBody>
          <a:bodyPr vert="horz" tIns="36000" bIns="0" anchor="ctr" anchorCtr="0"/>
          <a:lstStyle>
            <a:lvl1pPr>
              <a:lnSpc>
                <a:spcPct val="72000"/>
              </a:lnSpc>
              <a:defRPr sz="4800" b="1" i="0" cap="all" baseline="0">
                <a:solidFill>
                  <a:schemeClr val="bg1"/>
                </a:solidFill>
                <a:latin typeface="Clash Display Semibold" pitchFamily="2" charset="0"/>
                <a:cs typeface="Clash Display Semibold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35">
            <a:extLst>
              <a:ext uri="{FF2B5EF4-FFF2-40B4-BE49-F238E27FC236}">
                <a16:creationId xmlns:a16="http://schemas.microsoft.com/office/drawing/2014/main" id="{315587EA-250E-A91E-1562-9B5A18887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0175" y="6318000"/>
            <a:ext cx="37782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3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1"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FD2D78-AC5A-1492-6467-4E948B7FD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6" y="3348501"/>
            <a:ext cx="7786688" cy="2635250"/>
          </a:xfrm>
          <a:prstGeom prst="rect">
            <a:avLst/>
          </a:prstGeom>
        </p:spPr>
        <p:txBody>
          <a:bodyPr vert="horz" tIns="0" bIns="0" anchor="t">
            <a:normAutofit/>
          </a:bodyPr>
          <a:lstStyle>
            <a:lvl1pPr>
              <a:lnSpc>
                <a:spcPct val="72000"/>
              </a:lnSpc>
              <a:defRPr sz="4800" b="1" i="0" cap="all" baseline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0B8CFF49-CC17-F9AA-3BD4-6B519F12154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4375" y="1773238"/>
            <a:ext cx="6122989" cy="1097688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0" i="0">
                <a:solidFill>
                  <a:schemeClr val="bg1"/>
                </a:solidFill>
                <a:latin typeface="Clash Display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541A3599-5DBD-59E4-99DC-0FF2FDB2FC9E}"/>
              </a:ext>
            </a:extLst>
          </p:cNvPr>
          <p:cNvSpPr>
            <a:spLocks noChangeAspect="1"/>
          </p:cNvSpPr>
          <p:nvPr userDrawn="1"/>
        </p:nvSpPr>
        <p:spPr>
          <a:xfrm>
            <a:off x="10342563" y="5972176"/>
            <a:ext cx="1494079" cy="527050"/>
          </a:xfrm>
          <a:custGeom>
            <a:avLst/>
            <a:gdLst>
              <a:gd name="connsiteX0" fmla="*/ 1503045 w 4257865"/>
              <a:gd name="connsiteY0" fmla="*/ 1381696 h 1501997"/>
              <a:gd name="connsiteX1" fmla="*/ 1503176 w 4257865"/>
              <a:gd name="connsiteY1" fmla="*/ 1381851 h 1501997"/>
              <a:gd name="connsiteX2" fmla="*/ 1488090 w 4257865"/>
              <a:gd name="connsiteY2" fmla="*/ 1397126 h 1501997"/>
              <a:gd name="connsiteX3" fmla="*/ 1483423 w 4257865"/>
              <a:gd name="connsiteY3" fmla="*/ 1414843 h 1501997"/>
              <a:gd name="connsiteX4" fmla="*/ 1492853 w 4257865"/>
              <a:gd name="connsiteY4" fmla="*/ 1434750 h 1501997"/>
              <a:gd name="connsiteX5" fmla="*/ 1514379 w 4257865"/>
              <a:gd name="connsiteY5" fmla="*/ 1441799 h 1501997"/>
              <a:gd name="connsiteX6" fmla="*/ 1529048 w 4257865"/>
              <a:gd name="connsiteY6" fmla="*/ 1439608 h 1501997"/>
              <a:gd name="connsiteX7" fmla="*/ 1544955 w 4257865"/>
              <a:gd name="connsiteY7" fmla="*/ 1431321 h 1501997"/>
              <a:gd name="connsiteX8" fmla="*/ 1503176 w 4257865"/>
              <a:gd name="connsiteY8" fmla="*/ 1381851 h 1501997"/>
              <a:gd name="connsiteX9" fmla="*/ 1503235 w 4257865"/>
              <a:gd name="connsiteY9" fmla="*/ 1381791 h 1501997"/>
              <a:gd name="connsiteX10" fmla="*/ 2832735 w 4257865"/>
              <a:gd name="connsiteY10" fmla="*/ 1288732 h 1501997"/>
              <a:gd name="connsiteX11" fmla="*/ 2801683 w 4257865"/>
              <a:gd name="connsiteY11" fmla="*/ 1387506 h 1501997"/>
              <a:gd name="connsiteX12" fmla="*/ 2862548 w 4257865"/>
              <a:gd name="connsiteY12" fmla="*/ 1387506 h 1501997"/>
              <a:gd name="connsiteX13" fmla="*/ 3387661 w 4257865"/>
              <a:gd name="connsiteY13" fmla="*/ 1288637 h 1501997"/>
              <a:gd name="connsiteX14" fmla="*/ 3387661 w 4257865"/>
              <a:gd name="connsiteY14" fmla="*/ 1432179 h 1501997"/>
              <a:gd name="connsiteX15" fmla="*/ 3416712 w 4257865"/>
              <a:gd name="connsiteY15" fmla="*/ 1432179 h 1501997"/>
              <a:gd name="connsiteX16" fmla="*/ 3416808 w 4257865"/>
              <a:gd name="connsiteY16" fmla="*/ 1432179 h 1501997"/>
              <a:gd name="connsiteX17" fmla="*/ 3471005 w 4257865"/>
              <a:gd name="connsiteY17" fmla="*/ 1412176 h 1501997"/>
              <a:gd name="connsiteX18" fmla="*/ 3490150 w 4257865"/>
              <a:gd name="connsiteY18" fmla="*/ 1360360 h 1501997"/>
              <a:gd name="connsiteX19" fmla="*/ 3485673 w 4257865"/>
              <a:gd name="connsiteY19" fmla="*/ 1331119 h 1501997"/>
              <a:gd name="connsiteX20" fmla="*/ 3472148 w 4257865"/>
              <a:gd name="connsiteY20" fmla="*/ 1308544 h 1501997"/>
              <a:gd name="connsiteX21" fmla="*/ 3449383 w 4257865"/>
              <a:gd name="connsiteY21" fmla="*/ 1293876 h 1501997"/>
              <a:gd name="connsiteX22" fmla="*/ 3416712 w 4257865"/>
              <a:gd name="connsiteY22" fmla="*/ 1288637 h 1501997"/>
              <a:gd name="connsiteX23" fmla="*/ 2019109 w 4257865"/>
              <a:gd name="connsiteY23" fmla="*/ 1282731 h 1501997"/>
              <a:gd name="connsiteX24" fmla="*/ 2019109 w 4257865"/>
              <a:gd name="connsiteY24" fmla="*/ 1347692 h 1501997"/>
              <a:gd name="connsiteX25" fmla="*/ 2053780 w 4257865"/>
              <a:gd name="connsiteY25" fmla="*/ 1347692 h 1501997"/>
              <a:gd name="connsiteX26" fmla="*/ 2053875 w 4257865"/>
              <a:gd name="connsiteY26" fmla="*/ 1347596 h 1501997"/>
              <a:gd name="connsiteX27" fmla="*/ 2076830 w 4257865"/>
              <a:gd name="connsiteY27" fmla="*/ 1338929 h 1501997"/>
              <a:gd name="connsiteX28" fmla="*/ 2085688 w 4257865"/>
              <a:gd name="connsiteY28" fmla="*/ 1315783 h 1501997"/>
              <a:gd name="connsiteX29" fmla="*/ 2077211 w 4257865"/>
              <a:gd name="connsiteY29" fmla="*/ 1291590 h 1501997"/>
              <a:gd name="connsiteX30" fmla="*/ 2053398 w 4257865"/>
              <a:gd name="connsiteY30" fmla="*/ 1282731 h 1501997"/>
              <a:gd name="connsiteX31" fmla="*/ 3316414 w 4257865"/>
              <a:gd name="connsiteY31" fmla="*/ 1226248 h 1501997"/>
              <a:gd name="connsiteX32" fmla="*/ 3419570 w 4257865"/>
              <a:gd name="connsiteY32" fmla="*/ 1226248 h 1501997"/>
              <a:gd name="connsiteX33" fmla="*/ 3477006 w 4257865"/>
              <a:gd name="connsiteY33" fmla="*/ 1234345 h 1501997"/>
              <a:gd name="connsiteX34" fmla="*/ 3522726 w 4257865"/>
              <a:gd name="connsiteY34" fmla="*/ 1258919 h 1501997"/>
              <a:gd name="connsiteX35" fmla="*/ 3552920 w 4257865"/>
              <a:gd name="connsiteY35" fmla="*/ 1301210 h 1501997"/>
              <a:gd name="connsiteX36" fmla="*/ 3563778 w 4257865"/>
              <a:gd name="connsiteY36" fmla="*/ 1362075 h 1501997"/>
              <a:gd name="connsiteX37" fmla="*/ 3552729 w 4257865"/>
              <a:gd name="connsiteY37" fmla="*/ 1420273 h 1501997"/>
              <a:gd name="connsiteX38" fmla="*/ 3522344 w 4257865"/>
              <a:gd name="connsiteY38" fmla="*/ 1461802 h 1501997"/>
              <a:gd name="connsiteX39" fmla="*/ 3476434 w 4257865"/>
              <a:gd name="connsiteY39" fmla="*/ 1486757 h 1501997"/>
              <a:gd name="connsiteX40" fmla="*/ 3419189 w 4257865"/>
              <a:gd name="connsiteY40" fmla="*/ 1495044 h 1501997"/>
              <a:gd name="connsiteX41" fmla="*/ 3316414 w 4257865"/>
              <a:gd name="connsiteY41" fmla="*/ 1495044 h 1501997"/>
              <a:gd name="connsiteX42" fmla="*/ 3013138 w 4257865"/>
              <a:gd name="connsiteY42" fmla="*/ 1226248 h 1501997"/>
              <a:gd name="connsiteX43" fmla="*/ 3013233 w 4257865"/>
              <a:gd name="connsiteY43" fmla="*/ 1226248 h 1501997"/>
              <a:gd name="connsiteX44" fmla="*/ 3078099 w 4257865"/>
              <a:gd name="connsiteY44" fmla="*/ 1226248 h 1501997"/>
              <a:gd name="connsiteX45" fmla="*/ 3181254 w 4257865"/>
              <a:gd name="connsiteY45" fmla="*/ 1376171 h 1501997"/>
              <a:gd name="connsiteX46" fmla="*/ 3181254 w 4257865"/>
              <a:gd name="connsiteY46" fmla="*/ 1226248 h 1501997"/>
              <a:gd name="connsiteX47" fmla="*/ 3251834 w 4257865"/>
              <a:gd name="connsiteY47" fmla="*/ 1226248 h 1501997"/>
              <a:gd name="connsiteX48" fmla="*/ 3251834 w 4257865"/>
              <a:gd name="connsiteY48" fmla="*/ 1495139 h 1501997"/>
              <a:gd name="connsiteX49" fmla="*/ 3190970 w 4257865"/>
              <a:gd name="connsiteY49" fmla="*/ 1495139 h 1501997"/>
              <a:gd name="connsiteX50" fmla="*/ 3083718 w 4257865"/>
              <a:gd name="connsiteY50" fmla="*/ 1340738 h 1501997"/>
              <a:gd name="connsiteX51" fmla="*/ 3083718 w 4257865"/>
              <a:gd name="connsiteY51" fmla="*/ 1495139 h 1501997"/>
              <a:gd name="connsiteX52" fmla="*/ 3013138 w 4257865"/>
              <a:gd name="connsiteY52" fmla="*/ 1495139 h 1501997"/>
              <a:gd name="connsiteX53" fmla="*/ 2794349 w 4257865"/>
              <a:gd name="connsiteY53" fmla="*/ 1226248 h 1501997"/>
              <a:gd name="connsiteX54" fmla="*/ 2876169 w 4257865"/>
              <a:gd name="connsiteY54" fmla="*/ 1226248 h 1501997"/>
              <a:gd name="connsiteX55" fmla="*/ 2971324 w 4257865"/>
              <a:gd name="connsiteY55" fmla="*/ 1495139 h 1501997"/>
              <a:gd name="connsiteX56" fmla="*/ 2894362 w 4257865"/>
              <a:gd name="connsiteY56" fmla="*/ 1495139 h 1501997"/>
              <a:gd name="connsiteX57" fmla="*/ 2877026 w 4257865"/>
              <a:gd name="connsiteY57" fmla="*/ 1439513 h 1501997"/>
              <a:gd name="connsiteX58" fmla="*/ 2787110 w 4257865"/>
              <a:gd name="connsiteY58" fmla="*/ 1439513 h 1501997"/>
              <a:gd name="connsiteX59" fmla="*/ 2769394 w 4257865"/>
              <a:gd name="connsiteY59" fmla="*/ 1495139 h 1501997"/>
              <a:gd name="connsiteX60" fmla="*/ 2695575 w 4257865"/>
              <a:gd name="connsiteY60" fmla="*/ 1495139 h 1501997"/>
              <a:gd name="connsiteX61" fmla="*/ 2473928 w 4257865"/>
              <a:gd name="connsiteY61" fmla="*/ 1226248 h 1501997"/>
              <a:gd name="connsiteX62" fmla="*/ 2545270 w 4257865"/>
              <a:gd name="connsiteY62" fmla="*/ 1226248 h 1501997"/>
              <a:gd name="connsiteX63" fmla="*/ 2545270 w 4257865"/>
              <a:gd name="connsiteY63" fmla="*/ 1432274 h 1501997"/>
              <a:gd name="connsiteX64" fmla="*/ 2669857 w 4257865"/>
              <a:gd name="connsiteY64" fmla="*/ 1432274 h 1501997"/>
              <a:gd name="connsiteX65" fmla="*/ 2669857 w 4257865"/>
              <a:gd name="connsiteY65" fmla="*/ 1495139 h 1501997"/>
              <a:gd name="connsiteX66" fmla="*/ 2473928 w 4257865"/>
              <a:gd name="connsiteY66" fmla="*/ 1495139 h 1501997"/>
              <a:gd name="connsiteX67" fmla="*/ 2218753 w 4257865"/>
              <a:gd name="connsiteY67" fmla="*/ 1226248 h 1501997"/>
              <a:gd name="connsiteX68" fmla="*/ 2412206 w 4257865"/>
              <a:gd name="connsiteY68" fmla="*/ 1226248 h 1501997"/>
              <a:gd name="connsiteX69" fmla="*/ 2412206 w 4257865"/>
              <a:gd name="connsiteY69" fmla="*/ 1287970 h 1501997"/>
              <a:gd name="connsiteX70" fmla="*/ 2290095 w 4257865"/>
              <a:gd name="connsiteY70" fmla="*/ 1287970 h 1501997"/>
              <a:gd name="connsiteX71" fmla="*/ 2290095 w 4257865"/>
              <a:gd name="connsiteY71" fmla="*/ 1329499 h 1501997"/>
              <a:gd name="connsiteX72" fmla="*/ 2390489 w 4257865"/>
              <a:gd name="connsiteY72" fmla="*/ 1329499 h 1501997"/>
              <a:gd name="connsiteX73" fmla="*/ 2390489 w 4257865"/>
              <a:gd name="connsiteY73" fmla="*/ 1387601 h 1501997"/>
              <a:gd name="connsiteX74" fmla="*/ 2290095 w 4257865"/>
              <a:gd name="connsiteY74" fmla="*/ 1387601 h 1501997"/>
              <a:gd name="connsiteX75" fmla="*/ 2290095 w 4257865"/>
              <a:gd name="connsiteY75" fmla="*/ 1433512 h 1501997"/>
              <a:gd name="connsiteX76" fmla="*/ 2420683 w 4257865"/>
              <a:gd name="connsiteY76" fmla="*/ 1433512 h 1501997"/>
              <a:gd name="connsiteX77" fmla="*/ 2420683 w 4257865"/>
              <a:gd name="connsiteY77" fmla="*/ 1495234 h 1501997"/>
              <a:gd name="connsiteX78" fmla="*/ 2218753 w 4257865"/>
              <a:gd name="connsiteY78" fmla="*/ 1495234 h 1501997"/>
              <a:gd name="connsiteX79" fmla="*/ 2218753 w 4257865"/>
              <a:gd name="connsiteY79" fmla="*/ 1226343 h 1501997"/>
              <a:gd name="connsiteX80" fmla="*/ 1949481 w 4257865"/>
              <a:gd name="connsiteY80" fmla="*/ 1226248 h 1501997"/>
              <a:gd name="connsiteX81" fmla="*/ 2060733 w 4257865"/>
              <a:gd name="connsiteY81" fmla="*/ 1226248 h 1501997"/>
              <a:gd name="connsiteX82" fmla="*/ 2100071 w 4257865"/>
              <a:gd name="connsiteY82" fmla="*/ 1231868 h 1501997"/>
              <a:gd name="connsiteX83" fmla="*/ 2130075 w 4257865"/>
              <a:gd name="connsiteY83" fmla="*/ 1248632 h 1501997"/>
              <a:gd name="connsiteX84" fmla="*/ 2149411 w 4257865"/>
              <a:gd name="connsiteY84" fmla="*/ 1276254 h 1501997"/>
              <a:gd name="connsiteX85" fmla="*/ 2156269 w 4257865"/>
              <a:gd name="connsiteY85" fmla="*/ 1314545 h 1501997"/>
              <a:gd name="connsiteX86" fmla="*/ 2144553 w 4257865"/>
              <a:gd name="connsiteY86" fmla="*/ 1360741 h 1501997"/>
              <a:gd name="connsiteX87" fmla="*/ 2113501 w 4257865"/>
              <a:gd name="connsiteY87" fmla="*/ 1391983 h 1501997"/>
              <a:gd name="connsiteX88" fmla="*/ 2171128 w 4257865"/>
              <a:gd name="connsiteY88" fmla="*/ 1495139 h 1501997"/>
              <a:gd name="connsiteX89" fmla="*/ 2094547 w 4257865"/>
              <a:gd name="connsiteY89" fmla="*/ 1495139 h 1501997"/>
              <a:gd name="connsiteX90" fmla="*/ 2049017 w 4257865"/>
              <a:gd name="connsiteY90" fmla="*/ 1403603 h 1501997"/>
              <a:gd name="connsiteX91" fmla="*/ 2019204 w 4257865"/>
              <a:gd name="connsiteY91" fmla="*/ 1403603 h 1501997"/>
              <a:gd name="connsiteX92" fmla="*/ 2019204 w 4257865"/>
              <a:gd name="connsiteY92" fmla="*/ 1495139 h 1501997"/>
              <a:gd name="connsiteX93" fmla="*/ 1949481 w 4257865"/>
              <a:gd name="connsiteY93" fmla="*/ 1495139 h 1501997"/>
              <a:gd name="connsiteX94" fmla="*/ 1813655 w 4257865"/>
              <a:gd name="connsiteY94" fmla="*/ 1226248 h 1501997"/>
              <a:gd name="connsiteX95" fmla="*/ 1884997 w 4257865"/>
              <a:gd name="connsiteY95" fmla="*/ 1226248 h 1501997"/>
              <a:gd name="connsiteX96" fmla="*/ 1884997 w 4257865"/>
              <a:gd name="connsiteY96" fmla="*/ 1495139 h 1501997"/>
              <a:gd name="connsiteX97" fmla="*/ 1813655 w 4257865"/>
              <a:gd name="connsiteY97" fmla="*/ 1495139 h 1501997"/>
              <a:gd name="connsiteX98" fmla="*/ 1063847 w 4257865"/>
              <a:gd name="connsiteY98" fmla="*/ 1226248 h 1501997"/>
              <a:gd name="connsiteX99" fmla="*/ 1135189 w 4257865"/>
              <a:gd name="connsiteY99" fmla="*/ 1226248 h 1501997"/>
              <a:gd name="connsiteX100" fmla="*/ 1135189 w 4257865"/>
              <a:gd name="connsiteY100" fmla="*/ 1327023 h 1501997"/>
              <a:gd name="connsiteX101" fmla="*/ 1215390 w 4257865"/>
              <a:gd name="connsiteY101" fmla="*/ 1226248 h 1501997"/>
              <a:gd name="connsiteX102" fmla="*/ 1298829 w 4257865"/>
              <a:gd name="connsiteY102" fmla="*/ 1226248 h 1501997"/>
              <a:gd name="connsiteX103" fmla="*/ 1209389 w 4257865"/>
              <a:gd name="connsiteY103" fmla="*/ 1329880 h 1501997"/>
              <a:gd name="connsiteX104" fmla="*/ 1313021 w 4257865"/>
              <a:gd name="connsiteY104" fmla="*/ 1495139 h 1501997"/>
              <a:gd name="connsiteX105" fmla="*/ 1226343 w 4257865"/>
              <a:gd name="connsiteY105" fmla="*/ 1495139 h 1501997"/>
              <a:gd name="connsiteX106" fmla="*/ 1160621 w 4257865"/>
              <a:gd name="connsiteY106" fmla="*/ 1386268 h 1501997"/>
              <a:gd name="connsiteX107" fmla="*/ 1135189 w 4257865"/>
              <a:gd name="connsiteY107" fmla="*/ 1416081 h 1501997"/>
              <a:gd name="connsiteX108" fmla="*/ 1135189 w 4257865"/>
              <a:gd name="connsiteY108" fmla="*/ 1495139 h 1501997"/>
              <a:gd name="connsiteX109" fmla="*/ 1063847 w 4257865"/>
              <a:gd name="connsiteY109" fmla="*/ 1495139 h 1501997"/>
              <a:gd name="connsiteX110" fmla="*/ 769238 w 4257865"/>
              <a:gd name="connsiteY110" fmla="*/ 1226248 h 1501997"/>
              <a:gd name="connsiteX111" fmla="*/ 840580 w 4257865"/>
              <a:gd name="connsiteY111" fmla="*/ 1226248 h 1501997"/>
              <a:gd name="connsiteX112" fmla="*/ 840580 w 4257865"/>
              <a:gd name="connsiteY112" fmla="*/ 1383887 h 1501997"/>
              <a:gd name="connsiteX113" fmla="*/ 850867 w 4257865"/>
              <a:gd name="connsiteY113" fmla="*/ 1420177 h 1501997"/>
              <a:gd name="connsiteX114" fmla="*/ 884967 w 4257865"/>
              <a:gd name="connsiteY114" fmla="*/ 1434274 h 1501997"/>
              <a:gd name="connsiteX115" fmla="*/ 918780 w 4257865"/>
              <a:gd name="connsiteY115" fmla="*/ 1419986 h 1501997"/>
              <a:gd name="connsiteX116" fmla="*/ 928877 w 4257865"/>
              <a:gd name="connsiteY116" fmla="*/ 1383887 h 1501997"/>
              <a:gd name="connsiteX117" fmla="*/ 928877 w 4257865"/>
              <a:gd name="connsiteY117" fmla="*/ 1226248 h 1501997"/>
              <a:gd name="connsiteX118" fmla="*/ 1001077 w 4257865"/>
              <a:gd name="connsiteY118" fmla="*/ 1226248 h 1501997"/>
              <a:gd name="connsiteX119" fmla="*/ 1001077 w 4257865"/>
              <a:gd name="connsiteY119" fmla="*/ 1390269 h 1501997"/>
              <a:gd name="connsiteX120" fmla="*/ 992599 w 4257865"/>
              <a:gd name="connsiteY120" fmla="*/ 1436846 h 1501997"/>
              <a:gd name="connsiteX121" fmla="*/ 968596 w 4257865"/>
              <a:gd name="connsiteY121" fmla="*/ 1472088 h 1501997"/>
              <a:gd name="connsiteX122" fmla="*/ 931925 w 4257865"/>
              <a:gd name="connsiteY122" fmla="*/ 1494282 h 1501997"/>
              <a:gd name="connsiteX123" fmla="*/ 885348 w 4257865"/>
              <a:gd name="connsiteY123" fmla="*/ 1501997 h 1501997"/>
              <a:gd name="connsiteX124" fmla="*/ 838580 w 4257865"/>
              <a:gd name="connsiteY124" fmla="*/ 1494282 h 1501997"/>
              <a:gd name="connsiteX125" fmla="*/ 801718 w 4257865"/>
              <a:gd name="connsiteY125" fmla="*/ 1472279 h 1501997"/>
              <a:gd name="connsiteX126" fmla="*/ 777715 w 4257865"/>
              <a:gd name="connsiteY126" fmla="*/ 1437227 h 1501997"/>
              <a:gd name="connsiteX127" fmla="*/ 769238 w 4257865"/>
              <a:gd name="connsiteY127" fmla="*/ 1390269 h 1501997"/>
              <a:gd name="connsiteX128" fmla="*/ 1542383 w 4257865"/>
              <a:gd name="connsiteY128" fmla="*/ 1218628 h 1501997"/>
              <a:gd name="connsiteX129" fmla="*/ 1588960 w 4257865"/>
              <a:gd name="connsiteY129" fmla="*/ 1230915 h 1501997"/>
              <a:gd name="connsiteX130" fmla="*/ 1621821 w 4257865"/>
              <a:gd name="connsiteY130" fmla="*/ 1270253 h 1501997"/>
              <a:gd name="connsiteX131" fmla="*/ 1572672 w 4257865"/>
              <a:gd name="connsiteY131" fmla="*/ 1298828 h 1501997"/>
              <a:gd name="connsiteX132" fmla="*/ 1562004 w 4257865"/>
              <a:gd name="connsiteY132" fmla="*/ 1282065 h 1501997"/>
              <a:gd name="connsiteX133" fmla="*/ 1544859 w 4257865"/>
              <a:gd name="connsiteY133" fmla="*/ 1275397 h 1501997"/>
              <a:gd name="connsiteX134" fmla="*/ 1528572 w 4257865"/>
              <a:gd name="connsiteY134" fmla="*/ 1281207 h 1501997"/>
              <a:gd name="connsiteX135" fmla="*/ 1521904 w 4257865"/>
              <a:gd name="connsiteY135" fmla="*/ 1296733 h 1501997"/>
              <a:gd name="connsiteX136" fmla="*/ 1525905 w 4257865"/>
              <a:gd name="connsiteY136" fmla="*/ 1309878 h 1501997"/>
              <a:gd name="connsiteX137" fmla="*/ 1534382 w 4257865"/>
              <a:gd name="connsiteY137" fmla="*/ 1321403 h 1501997"/>
              <a:gd name="connsiteX138" fmla="*/ 1591627 w 4257865"/>
              <a:gd name="connsiteY138" fmla="*/ 1388268 h 1501997"/>
              <a:gd name="connsiteX139" fmla="*/ 1608772 w 4257865"/>
              <a:gd name="connsiteY139" fmla="*/ 1370171 h 1501997"/>
              <a:gd name="connsiteX140" fmla="*/ 1628298 w 4257865"/>
              <a:gd name="connsiteY140" fmla="*/ 1348358 h 1501997"/>
              <a:gd name="connsiteX141" fmla="*/ 1673066 w 4257865"/>
              <a:gd name="connsiteY141" fmla="*/ 1389030 h 1501997"/>
              <a:gd name="connsiteX142" fmla="*/ 1650682 w 4257865"/>
              <a:gd name="connsiteY142" fmla="*/ 1413033 h 1501997"/>
              <a:gd name="connsiteX143" fmla="*/ 1630775 w 4257865"/>
              <a:gd name="connsiteY143" fmla="*/ 1433417 h 1501997"/>
              <a:gd name="connsiteX144" fmla="*/ 1683162 w 4257865"/>
              <a:gd name="connsiteY144" fmla="*/ 1494662 h 1501997"/>
              <a:gd name="connsiteX145" fmla="*/ 1599342 w 4257865"/>
              <a:gd name="connsiteY145" fmla="*/ 1494662 h 1501997"/>
              <a:gd name="connsiteX146" fmla="*/ 1582769 w 4257865"/>
              <a:gd name="connsiteY146" fmla="*/ 1475327 h 1501997"/>
              <a:gd name="connsiteX147" fmla="*/ 1582674 w 4257865"/>
              <a:gd name="connsiteY147" fmla="*/ 1475708 h 1501997"/>
              <a:gd name="connsiteX148" fmla="*/ 1561909 w 4257865"/>
              <a:gd name="connsiteY148" fmla="*/ 1488566 h 1501997"/>
              <a:gd name="connsiteX149" fmla="*/ 1542954 w 4257865"/>
              <a:gd name="connsiteY149" fmla="*/ 1496377 h 1501997"/>
              <a:gd name="connsiteX150" fmla="*/ 1525047 w 4257865"/>
              <a:gd name="connsiteY150" fmla="*/ 1500378 h 1501997"/>
              <a:gd name="connsiteX151" fmla="*/ 1506950 w 4257865"/>
              <a:gd name="connsiteY151" fmla="*/ 1501425 h 1501997"/>
              <a:gd name="connsiteX152" fmla="*/ 1472469 w 4257865"/>
              <a:gd name="connsiteY152" fmla="*/ 1496187 h 1501997"/>
              <a:gd name="connsiteX153" fmla="*/ 1443894 w 4257865"/>
              <a:gd name="connsiteY153" fmla="*/ 1480661 h 1501997"/>
              <a:gd name="connsiteX154" fmla="*/ 1424559 w 4257865"/>
              <a:gd name="connsiteY154" fmla="*/ 1455515 h 1501997"/>
              <a:gd name="connsiteX155" fmla="*/ 1417510 w 4257865"/>
              <a:gd name="connsiteY155" fmla="*/ 1421225 h 1501997"/>
              <a:gd name="connsiteX156" fmla="*/ 1430369 w 4257865"/>
              <a:gd name="connsiteY156" fmla="*/ 1374648 h 1501997"/>
              <a:gd name="connsiteX157" fmla="*/ 1468278 w 4257865"/>
              <a:gd name="connsiteY157" fmla="*/ 1338929 h 1501997"/>
              <a:gd name="connsiteX158" fmla="*/ 1456753 w 4257865"/>
              <a:gd name="connsiteY158" fmla="*/ 1313878 h 1501997"/>
              <a:gd name="connsiteX159" fmla="*/ 1454562 w 4257865"/>
              <a:gd name="connsiteY159" fmla="*/ 1293685 h 1501997"/>
              <a:gd name="connsiteX160" fmla="*/ 1461039 w 4257865"/>
              <a:gd name="connsiteY160" fmla="*/ 1264443 h 1501997"/>
              <a:gd name="connsiteX161" fmla="*/ 1479137 w 4257865"/>
              <a:gd name="connsiteY161" fmla="*/ 1240631 h 1501997"/>
              <a:gd name="connsiteX162" fmla="*/ 1506950 w 4257865"/>
              <a:gd name="connsiteY162" fmla="*/ 1224533 h 1501997"/>
              <a:gd name="connsiteX163" fmla="*/ 1542383 w 4257865"/>
              <a:gd name="connsiteY163" fmla="*/ 1218628 h 1501997"/>
              <a:gd name="connsiteX164" fmla="*/ 95 w 4257865"/>
              <a:gd name="connsiteY164" fmla="*/ 709898 h 1501997"/>
              <a:gd name="connsiteX165" fmla="*/ 177546 w 4257865"/>
              <a:gd name="connsiteY165" fmla="*/ 709898 h 1501997"/>
              <a:gd name="connsiteX166" fmla="*/ 177546 w 4257865"/>
              <a:gd name="connsiteY166" fmla="*/ 887349 h 1501997"/>
              <a:gd name="connsiteX167" fmla="*/ 95 w 4257865"/>
              <a:gd name="connsiteY167" fmla="*/ 887349 h 1501997"/>
              <a:gd name="connsiteX168" fmla="*/ 0 w 4257865"/>
              <a:gd name="connsiteY168" fmla="*/ 354901 h 1501997"/>
              <a:gd name="connsiteX169" fmla="*/ 532543 w 4257865"/>
              <a:gd name="connsiteY169" fmla="*/ 354901 h 1501997"/>
              <a:gd name="connsiteX170" fmla="*/ 532543 w 4257865"/>
              <a:gd name="connsiteY170" fmla="*/ 532352 h 1501997"/>
              <a:gd name="connsiteX171" fmla="*/ 0 w 4257865"/>
              <a:gd name="connsiteY171" fmla="*/ 532352 h 1501997"/>
              <a:gd name="connsiteX172" fmla="*/ 3359657 w 4257865"/>
              <a:gd name="connsiteY172" fmla="*/ 340900 h 1501997"/>
              <a:gd name="connsiteX173" fmla="*/ 3286791 w 4257865"/>
              <a:gd name="connsiteY173" fmla="*/ 354330 h 1501997"/>
              <a:gd name="connsiteX174" fmla="*/ 3233737 w 4257865"/>
              <a:gd name="connsiteY174" fmla="*/ 388334 h 1501997"/>
              <a:gd name="connsiteX175" fmla="*/ 3201161 w 4257865"/>
              <a:gd name="connsiteY175" fmla="*/ 434340 h 1501997"/>
              <a:gd name="connsiteX176" fmla="*/ 3189826 w 4257865"/>
              <a:gd name="connsiteY176" fmla="*/ 485299 h 1501997"/>
              <a:gd name="connsiteX177" fmla="*/ 3515391 w 4257865"/>
              <a:gd name="connsiteY177" fmla="*/ 485299 h 1501997"/>
              <a:gd name="connsiteX178" fmla="*/ 3505485 w 4257865"/>
              <a:gd name="connsiteY178" fmla="*/ 434340 h 1501997"/>
              <a:gd name="connsiteX179" fmla="*/ 3476434 w 4257865"/>
              <a:gd name="connsiteY179" fmla="*/ 388334 h 1501997"/>
              <a:gd name="connsiteX180" fmla="*/ 3427570 w 4257865"/>
              <a:gd name="connsiteY180" fmla="*/ 354330 h 1501997"/>
              <a:gd name="connsiteX181" fmla="*/ 3359657 w 4257865"/>
              <a:gd name="connsiteY181" fmla="*/ 340900 h 1501997"/>
              <a:gd name="connsiteX182" fmla="*/ 1150334 w 4257865"/>
              <a:gd name="connsiteY182" fmla="*/ 211455 h 1501997"/>
              <a:gd name="connsiteX183" fmla="*/ 1317402 w 4257865"/>
              <a:gd name="connsiteY183" fmla="*/ 211455 h 1501997"/>
              <a:gd name="connsiteX184" fmla="*/ 1317402 w 4257865"/>
              <a:gd name="connsiteY184" fmla="*/ 625507 h 1501997"/>
              <a:gd name="connsiteX185" fmla="*/ 1352073 w 4257865"/>
              <a:gd name="connsiteY185" fmla="*/ 723900 h 1501997"/>
              <a:gd name="connsiteX186" fmla="*/ 1441989 w 4257865"/>
              <a:gd name="connsiteY186" fmla="*/ 758571 h 1501997"/>
              <a:gd name="connsiteX187" fmla="*/ 1505712 w 4257865"/>
              <a:gd name="connsiteY187" fmla="*/ 745141 h 1501997"/>
              <a:gd name="connsiteX188" fmla="*/ 1556670 w 4257865"/>
              <a:gd name="connsiteY188" fmla="*/ 707612 h 1501997"/>
              <a:gd name="connsiteX189" fmla="*/ 1589913 w 4257865"/>
              <a:gd name="connsiteY189" fmla="*/ 651701 h 1501997"/>
              <a:gd name="connsiteX190" fmla="*/ 1601914 w 4257865"/>
              <a:gd name="connsiteY190" fmla="*/ 583025 h 1501997"/>
              <a:gd name="connsiteX191" fmla="*/ 1601819 w 4257865"/>
              <a:gd name="connsiteY191" fmla="*/ 583025 h 1501997"/>
              <a:gd name="connsiteX192" fmla="*/ 1601819 w 4257865"/>
              <a:gd name="connsiteY192" fmla="*/ 211455 h 1501997"/>
              <a:gd name="connsiteX193" fmla="*/ 1768887 w 4257865"/>
              <a:gd name="connsiteY193" fmla="*/ 211455 h 1501997"/>
              <a:gd name="connsiteX194" fmla="*/ 1768887 w 4257865"/>
              <a:gd name="connsiteY194" fmla="*/ 887349 h 1501997"/>
              <a:gd name="connsiteX195" fmla="*/ 1608963 w 4257865"/>
              <a:gd name="connsiteY195" fmla="*/ 887349 h 1501997"/>
              <a:gd name="connsiteX196" fmla="*/ 1604772 w 4257865"/>
              <a:gd name="connsiteY196" fmla="*/ 812292 h 1501997"/>
              <a:gd name="connsiteX197" fmla="*/ 1573625 w 4257865"/>
              <a:gd name="connsiteY197" fmla="*/ 842010 h 1501997"/>
              <a:gd name="connsiteX198" fmla="*/ 1531143 w 4257865"/>
              <a:gd name="connsiteY198" fmla="*/ 871061 h 1501997"/>
              <a:gd name="connsiteX199" fmla="*/ 1475898 w 4257865"/>
              <a:gd name="connsiteY199" fmla="*/ 893064 h 1501997"/>
              <a:gd name="connsiteX200" fmla="*/ 1405128 w 4257865"/>
              <a:gd name="connsiteY200" fmla="*/ 901541 h 1501997"/>
              <a:gd name="connsiteX201" fmla="*/ 1215485 w 4257865"/>
              <a:gd name="connsiteY201" fmla="*/ 827246 h 1501997"/>
              <a:gd name="connsiteX202" fmla="*/ 1150334 w 4257865"/>
              <a:gd name="connsiteY202" fmla="*/ 626936 h 1501997"/>
              <a:gd name="connsiteX203" fmla="*/ 4175664 w 4257865"/>
              <a:gd name="connsiteY203" fmla="*/ 202882 h 1501997"/>
              <a:gd name="connsiteX204" fmla="*/ 4218813 w 4257865"/>
              <a:gd name="connsiteY204" fmla="*/ 205739 h 1501997"/>
              <a:gd name="connsiteX205" fmla="*/ 4218908 w 4257865"/>
              <a:gd name="connsiteY205" fmla="*/ 205739 h 1501997"/>
              <a:gd name="connsiteX206" fmla="*/ 4257865 w 4257865"/>
              <a:gd name="connsiteY206" fmla="*/ 215645 h 1501997"/>
              <a:gd name="connsiteX207" fmla="*/ 4223861 w 4257865"/>
              <a:gd name="connsiteY207" fmla="*/ 372808 h 1501997"/>
              <a:gd name="connsiteX208" fmla="*/ 4189190 w 4257865"/>
              <a:gd name="connsiteY208" fmla="*/ 362902 h 1501997"/>
              <a:gd name="connsiteX209" fmla="*/ 4147471 w 4257865"/>
              <a:gd name="connsiteY209" fmla="*/ 360045 h 1501997"/>
              <a:gd name="connsiteX210" fmla="*/ 4082320 w 4257865"/>
              <a:gd name="connsiteY210" fmla="*/ 371379 h 1501997"/>
              <a:gd name="connsiteX211" fmla="*/ 4028503 w 4257865"/>
              <a:gd name="connsiteY211" fmla="*/ 403955 h 1501997"/>
              <a:gd name="connsiteX212" fmla="*/ 3992404 w 4257865"/>
              <a:gd name="connsiteY212" fmla="*/ 454913 h 1501997"/>
              <a:gd name="connsiteX213" fmla="*/ 3978973 w 4257865"/>
              <a:gd name="connsiteY213" fmla="*/ 521398 h 1501997"/>
              <a:gd name="connsiteX214" fmla="*/ 3978973 w 4257865"/>
              <a:gd name="connsiteY214" fmla="*/ 887349 h 1501997"/>
              <a:gd name="connsiteX215" fmla="*/ 3811905 w 4257865"/>
              <a:gd name="connsiteY215" fmla="*/ 887349 h 1501997"/>
              <a:gd name="connsiteX216" fmla="*/ 3811905 w 4257865"/>
              <a:gd name="connsiteY216" fmla="*/ 211454 h 1501997"/>
              <a:gd name="connsiteX217" fmla="*/ 3971925 w 4257865"/>
              <a:gd name="connsiteY217" fmla="*/ 211454 h 1501997"/>
              <a:gd name="connsiteX218" fmla="*/ 3976116 w 4257865"/>
              <a:gd name="connsiteY218" fmla="*/ 299180 h 1501997"/>
              <a:gd name="connsiteX219" fmla="*/ 4005167 w 4257865"/>
              <a:gd name="connsiteY219" fmla="*/ 268033 h 1501997"/>
              <a:gd name="connsiteX220" fmla="*/ 4046887 w 4257865"/>
              <a:gd name="connsiteY220" fmla="*/ 236886 h 1501997"/>
              <a:gd name="connsiteX221" fmla="*/ 4102798 w 4257865"/>
              <a:gd name="connsiteY221" fmla="*/ 212788 h 1501997"/>
              <a:gd name="connsiteX222" fmla="*/ 4175664 w 4257865"/>
              <a:gd name="connsiteY222" fmla="*/ 202882 h 1501997"/>
              <a:gd name="connsiteX223" fmla="*/ 3359753 w 4257865"/>
              <a:gd name="connsiteY223" fmla="*/ 200787 h 1501997"/>
              <a:gd name="connsiteX224" fmla="*/ 3513295 w 4257865"/>
              <a:gd name="connsiteY224" fmla="*/ 234029 h 1501997"/>
              <a:gd name="connsiteX225" fmla="*/ 3614546 w 4257865"/>
              <a:gd name="connsiteY225" fmla="*/ 321088 h 1501997"/>
              <a:gd name="connsiteX226" fmla="*/ 3614641 w 4257865"/>
              <a:gd name="connsiteY226" fmla="*/ 321088 h 1501997"/>
              <a:gd name="connsiteX227" fmla="*/ 3669887 w 4257865"/>
              <a:gd name="connsiteY227" fmla="*/ 442817 h 1501997"/>
              <a:gd name="connsiteX228" fmla="*/ 3686841 w 4257865"/>
              <a:gd name="connsiteY228" fmla="*/ 581596 h 1501997"/>
              <a:gd name="connsiteX229" fmla="*/ 3686841 w 4257865"/>
              <a:gd name="connsiteY229" fmla="*/ 605600 h 1501997"/>
              <a:gd name="connsiteX230" fmla="*/ 3191350 w 4257865"/>
              <a:gd name="connsiteY230" fmla="*/ 605600 h 1501997"/>
              <a:gd name="connsiteX231" fmla="*/ 3207638 w 4257865"/>
              <a:gd name="connsiteY231" fmla="*/ 672179 h 1501997"/>
              <a:gd name="connsiteX232" fmla="*/ 3250120 w 4257865"/>
              <a:gd name="connsiteY232" fmla="*/ 723138 h 1501997"/>
              <a:gd name="connsiteX233" fmla="*/ 3309556 w 4257865"/>
              <a:gd name="connsiteY233" fmla="*/ 755713 h 1501997"/>
              <a:gd name="connsiteX234" fmla="*/ 3375373 w 4257865"/>
              <a:gd name="connsiteY234" fmla="*/ 767048 h 1501997"/>
              <a:gd name="connsiteX235" fmla="*/ 3459574 w 4257865"/>
              <a:gd name="connsiteY235" fmla="*/ 757809 h 1501997"/>
              <a:gd name="connsiteX236" fmla="*/ 3521106 w 4257865"/>
              <a:gd name="connsiteY236" fmla="*/ 736568 h 1501997"/>
              <a:gd name="connsiteX237" fmla="*/ 3562825 w 4257865"/>
              <a:gd name="connsiteY237" fmla="*/ 711041 h 1501997"/>
              <a:gd name="connsiteX238" fmla="*/ 3587590 w 4257865"/>
              <a:gd name="connsiteY238" fmla="*/ 689134 h 1501997"/>
              <a:gd name="connsiteX239" fmla="*/ 3678173 w 4257865"/>
              <a:gd name="connsiteY239" fmla="*/ 791051 h 1501997"/>
              <a:gd name="connsiteX240" fmla="*/ 3654837 w 4257865"/>
              <a:gd name="connsiteY240" fmla="*/ 814388 h 1501997"/>
              <a:gd name="connsiteX241" fmla="*/ 3599592 w 4257865"/>
              <a:gd name="connsiteY241" fmla="*/ 854774 h 1501997"/>
              <a:gd name="connsiteX242" fmla="*/ 3507580 w 4257865"/>
              <a:gd name="connsiteY242" fmla="*/ 892969 h 1501997"/>
              <a:gd name="connsiteX243" fmla="*/ 3373849 w 4257865"/>
              <a:gd name="connsiteY243" fmla="*/ 909923 h 1501997"/>
              <a:gd name="connsiteX244" fmla="*/ 3229450 w 4257865"/>
              <a:gd name="connsiteY244" fmla="*/ 883063 h 1501997"/>
              <a:gd name="connsiteX245" fmla="*/ 3118389 w 4257865"/>
              <a:gd name="connsiteY245" fmla="*/ 808768 h 1501997"/>
              <a:gd name="connsiteX246" fmla="*/ 3047618 w 4257865"/>
              <a:gd name="connsiteY246" fmla="*/ 694849 h 1501997"/>
              <a:gd name="connsiteX247" fmla="*/ 3022853 w 4257865"/>
              <a:gd name="connsiteY247" fmla="*/ 547592 h 1501997"/>
              <a:gd name="connsiteX248" fmla="*/ 3047618 w 4257865"/>
              <a:gd name="connsiteY248" fmla="*/ 411004 h 1501997"/>
              <a:gd name="connsiteX249" fmla="*/ 3116960 w 4257865"/>
              <a:gd name="connsiteY249" fmla="*/ 301276 h 1501997"/>
              <a:gd name="connsiteX250" fmla="*/ 3223164 w 4257865"/>
              <a:gd name="connsiteY250" fmla="*/ 227647 h 1501997"/>
              <a:gd name="connsiteX251" fmla="*/ 3359753 w 4257865"/>
              <a:gd name="connsiteY251" fmla="*/ 200787 h 1501997"/>
              <a:gd name="connsiteX252" fmla="*/ 2570606 w 4257865"/>
              <a:gd name="connsiteY252" fmla="*/ 285 h 1501997"/>
              <a:gd name="connsiteX253" fmla="*/ 2737675 w 4257865"/>
              <a:gd name="connsiteY253" fmla="*/ 285 h 1501997"/>
              <a:gd name="connsiteX254" fmla="*/ 2737675 w 4257865"/>
              <a:gd name="connsiteY254" fmla="*/ 211454 h 1501997"/>
              <a:gd name="connsiteX255" fmla="*/ 2916078 w 4257865"/>
              <a:gd name="connsiteY255" fmla="*/ 211454 h 1501997"/>
              <a:gd name="connsiteX256" fmla="*/ 2916078 w 4257865"/>
              <a:gd name="connsiteY256" fmla="*/ 355187 h 1501997"/>
              <a:gd name="connsiteX257" fmla="*/ 2737675 w 4257865"/>
              <a:gd name="connsiteY257" fmla="*/ 355187 h 1501997"/>
              <a:gd name="connsiteX258" fmla="*/ 2737675 w 4257865"/>
              <a:gd name="connsiteY258" fmla="*/ 649604 h 1501997"/>
              <a:gd name="connsiteX259" fmla="*/ 2756820 w 4257865"/>
              <a:gd name="connsiteY259" fmla="*/ 736663 h 1501997"/>
              <a:gd name="connsiteX260" fmla="*/ 2818351 w 4257865"/>
              <a:gd name="connsiteY260" fmla="*/ 767048 h 1501997"/>
              <a:gd name="connsiteX261" fmla="*/ 2881312 w 4257865"/>
              <a:gd name="connsiteY261" fmla="*/ 755713 h 1501997"/>
              <a:gd name="connsiteX262" fmla="*/ 2881407 w 4257865"/>
              <a:gd name="connsiteY262" fmla="*/ 755808 h 1501997"/>
              <a:gd name="connsiteX263" fmla="*/ 2925984 w 4257865"/>
              <a:gd name="connsiteY263" fmla="*/ 728948 h 1501997"/>
              <a:gd name="connsiteX264" fmla="*/ 2996755 w 4257865"/>
              <a:gd name="connsiteY264" fmla="*/ 832294 h 1501997"/>
              <a:gd name="connsiteX265" fmla="*/ 2899124 w 4257865"/>
              <a:gd name="connsiteY265" fmla="*/ 891063 h 1501997"/>
              <a:gd name="connsiteX266" fmla="*/ 2791491 w 4257865"/>
              <a:gd name="connsiteY266" fmla="*/ 908780 h 1501997"/>
              <a:gd name="connsiteX267" fmla="*/ 2688145 w 4257865"/>
              <a:gd name="connsiteY267" fmla="*/ 891063 h 1501997"/>
              <a:gd name="connsiteX268" fmla="*/ 2619470 w 4257865"/>
              <a:gd name="connsiteY268" fmla="*/ 840771 h 1501997"/>
              <a:gd name="connsiteX269" fmla="*/ 2581941 w 4257865"/>
              <a:gd name="connsiteY269" fmla="*/ 762190 h 1501997"/>
              <a:gd name="connsiteX270" fmla="*/ 2570606 w 4257865"/>
              <a:gd name="connsiteY270" fmla="*/ 660939 h 1501997"/>
              <a:gd name="connsiteX271" fmla="*/ 2570606 w 4257865"/>
              <a:gd name="connsiteY271" fmla="*/ 355187 h 1501997"/>
              <a:gd name="connsiteX272" fmla="*/ 2457354 w 4257865"/>
              <a:gd name="connsiteY272" fmla="*/ 355187 h 1501997"/>
              <a:gd name="connsiteX273" fmla="*/ 2457354 w 4257865"/>
              <a:gd name="connsiteY273" fmla="*/ 211454 h 1501997"/>
              <a:gd name="connsiteX274" fmla="*/ 2570606 w 4257865"/>
              <a:gd name="connsiteY274" fmla="*/ 211454 h 1501997"/>
              <a:gd name="connsiteX275" fmla="*/ 1997963 w 4257865"/>
              <a:gd name="connsiteY275" fmla="*/ 285 h 1501997"/>
              <a:gd name="connsiteX276" fmla="*/ 2165032 w 4257865"/>
              <a:gd name="connsiteY276" fmla="*/ 285 h 1501997"/>
              <a:gd name="connsiteX277" fmla="*/ 2165032 w 4257865"/>
              <a:gd name="connsiteY277" fmla="*/ 211454 h 1501997"/>
              <a:gd name="connsiteX278" fmla="*/ 2343435 w 4257865"/>
              <a:gd name="connsiteY278" fmla="*/ 211454 h 1501997"/>
              <a:gd name="connsiteX279" fmla="*/ 2343435 w 4257865"/>
              <a:gd name="connsiteY279" fmla="*/ 355187 h 1501997"/>
              <a:gd name="connsiteX280" fmla="*/ 2165032 w 4257865"/>
              <a:gd name="connsiteY280" fmla="*/ 355187 h 1501997"/>
              <a:gd name="connsiteX281" fmla="*/ 2165032 w 4257865"/>
              <a:gd name="connsiteY281" fmla="*/ 649604 h 1501997"/>
              <a:gd name="connsiteX282" fmla="*/ 2184177 w 4257865"/>
              <a:gd name="connsiteY282" fmla="*/ 736663 h 1501997"/>
              <a:gd name="connsiteX283" fmla="*/ 2245708 w 4257865"/>
              <a:gd name="connsiteY283" fmla="*/ 767048 h 1501997"/>
              <a:gd name="connsiteX284" fmla="*/ 2308669 w 4257865"/>
              <a:gd name="connsiteY284" fmla="*/ 755713 h 1501997"/>
              <a:gd name="connsiteX285" fmla="*/ 2308669 w 4257865"/>
              <a:gd name="connsiteY285" fmla="*/ 755808 h 1501997"/>
              <a:gd name="connsiteX286" fmla="*/ 2353246 w 4257865"/>
              <a:gd name="connsiteY286" fmla="*/ 728948 h 1501997"/>
              <a:gd name="connsiteX287" fmla="*/ 2424016 w 4257865"/>
              <a:gd name="connsiteY287" fmla="*/ 832294 h 1501997"/>
              <a:gd name="connsiteX288" fmla="*/ 2326385 w 4257865"/>
              <a:gd name="connsiteY288" fmla="*/ 891063 h 1501997"/>
              <a:gd name="connsiteX289" fmla="*/ 2218848 w 4257865"/>
              <a:gd name="connsiteY289" fmla="*/ 908780 h 1501997"/>
              <a:gd name="connsiteX290" fmla="*/ 2115502 w 4257865"/>
              <a:gd name="connsiteY290" fmla="*/ 891063 h 1501997"/>
              <a:gd name="connsiteX291" fmla="*/ 2046826 w 4257865"/>
              <a:gd name="connsiteY291" fmla="*/ 840771 h 1501997"/>
              <a:gd name="connsiteX292" fmla="*/ 2009298 w 4257865"/>
              <a:gd name="connsiteY292" fmla="*/ 762190 h 1501997"/>
              <a:gd name="connsiteX293" fmla="*/ 1997963 w 4257865"/>
              <a:gd name="connsiteY293" fmla="*/ 660939 h 1501997"/>
              <a:gd name="connsiteX294" fmla="*/ 1997963 w 4257865"/>
              <a:gd name="connsiteY294" fmla="*/ 355187 h 1501997"/>
              <a:gd name="connsiteX295" fmla="*/ 1884711 w 4257865"/>
              <a:gd name="connsiteY295" fmla="*/ 355187 h 1501997"/>
              <a:gd name="connsiteX296" fmla="*/ 1884711 w 4257865"/>
              <a:gd name="connsiteY296" fmla="*/ 211454 h 1501997"/>
              <a:gd name="connsiteX297" fmla="*/ 1997963 w 4257865"/>
              <a:gd name="connsiteY297" fmla="*/ 211454 h 1501997"/>
              <a:gd name="connsiteX298" fmla="*/ 4169663 w 4257865"/>
              <a:gd name="connsiteY298" fmla="*/ 190 h 1501997"/>
              <a:gd name="connsiteX299" fmla="*/ 4188618 w 4257865"/>
              <a:gd name="connsiteY299" fmla="*/ 190 h 1501997"/>
              <a:gd name="connsiteX300" fmla="*/ 4211669 w 4257865"/>
              <a:gd name="connsiteY300" fmla="*/ 41624 h 1501997"/>
              <a:gd name="connsiteX301" fmla="*/ 4234147 w 4257865"/>
              <a:gd name="connsiteY301" fmla="*/ 190 h 1501997"/>
              <a:gd name="connsiteX302" fmla="*/ 4253197 w 4257865"/>
              <a:gd name="connsiteY302" fmla="*/ 190 h 1501997"/>
              <a:gd name="connsiteX303" fmla="*/ 4257388 w 4257865"/>
              <a:gd name="connsiteY303" fmla="*/ 88582 h 1501997"/>
              <a:gd name="connsiteX304" fmla="*/ 4237386 w 4257865"/>
              <a:gd name="connsiteY304" fmla="*/ 88582 h 1501997"/>
              <a:gd name="connsiteX305" fmla="*/ 4234814 w 4257865"/>
              <a:gd name="connsiteY305" fmla="*/ 30765 h 1501997"/>
              <a:gd name="connsiteX306" fmla="*/ 4216526 w 4257865"/>
              <a:gd name="connsiteY306" fmla="*/ 65246 h 1501997"/>
              <a:gd name="connsiteX307" fmla="*/ 4206239 w 4257865"/>
              <a:gd name="connsiteY307" fmla="*/ 65246 h 1501997"/>
              <a:gd name="connsiteX308" fmla="*/ 4186808 w 4257865"/>
              <a:gd name="connsiteY308" fmla="*/ 31146 h 1501997"/>
              <a:gd name="connsiteX309" fmla="*/ 4184617 w 4257865"/>
              <a:gd name="connsiteY309" fmla="*/ 88582 h 1501997"/>
              <a:gd name="connsiteX310" fmla="*/ 4165472 w 4257865"/>
              <a:gd name="connsiteY310" fmla="*/ 88582 h 1501997"/>
              <a:gd name="connsiteX311" fmla="*/ 4079652 w 4257865"/>
              <a:gd name="connsiteY311" fmla="*/ 190 h 1501997"/>
              <a:gd name="connsiteX312" fmla="*/ 4156900 w 4257865"/>
              <a:gd name="connsiteY312" fmla="*/ 190 h 1501997"/>
              <a:gd name="connsiteX313" fmla="*/ 4156900 w 4257865"/>
              <a:gd name="connsiteY313" fmla="*/ 17811 h 1501997"/>
              <a:gd name="connsiteX314" fmla="*/ 4128420 w 4257865"/>
              <a:gd name="connsiteY314" fmla="*/ 17811 h 1501997"/>
              <a:gd name="connsiteX315" fmla="*/ 4128420 w 4257865"/>
              <a:gd name="connsiteY315" fmla="*/ 88582 h 1501997"/>
              <a:gd name="connsiteX316" fmla="*/ 4108227 w 4257865"/>
              <a:gd name="connsiteY316" fmla="*/ 88582 h 1501997"/>
              <a:gd name="connsiteX317" fmla="*/ 4108227 w 4257865"/>
              <a:gd name="connsiteY317" fmla="*/ 17811 h 1501997"/>
              <a:gd name="connsiteX318" fmla="*/ 4079652 w 4257865"/>
              <a:gd name="connsiteY318" fmla="*/ 17811 h 1501997"/>
              <a:gd name="connsiteX319" fmla="*/ 831532 w 4257865"/>
              <a:gd name="connsiteY319" fmla="*/ 190 h 1501997"/>
              <a:gd name="connsiteX320" fmla="*/ 998600 w 4257865"/>
              <a:gd name="connsiteY320" fmla="*/ 190 h 1501997"/>
              <a:gd name="connsiteX321" fmla="*/ 998600 w 4257865"/>
              <a:gd name="connsiteY321" fmla="*/ 887349 h 1501997"/>
              <a:gd name="connsiteX322" fmla="*/ 831532 w 4257865"/>
              <a:gd name="connsiteY322" fmla="*/ 887349 h 1501997"/>
              <a:gd name="connsiteX323" fmla="*/ 0 w 4257865"/>
              <a:gd name="connsiteY323" fmla="*/ 0 h 1501997"/>
              <a:gd name="connsiteX324" fmla="*/ 709993 w 4257865"/>
              <a:gd name="connsiteY324" fmla="*/ 0 h 1501997"/>
              <a:gd name="connsiteX325" fmla="*/ 709993 w 4257865"/>
              <a:gd name="connsiteY325" fmla="*/ 177451 h 1501997"/>
              <a:gd name="connsiteX326" fmla="*/ 0 w 4257865"/>
              <a:gd name="connsiteY326" fmla="*/ 177451 h 1501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</a:cxnLst>
            <a:rect l="l" t="t" r="r" b="b"/>
            <a:pathLst>
              <a:path w="4257865" h="1501997">
                <a:moveTo>
                  <a:pt x="1503045" y="1381696"/>
                </a:moveTo>
                <a:lnTo>
                  <a:pt x="1503176" y="1381851"/>
                </a:lnTo>
                <a:lnTo>
                  <a:pt x="1488090" y="1397126"/>
                </a:lnTo>
                <a:cubicBezTo>
                  <a:pt x="1485042" y="1402746"/>
                  <a:pt x="1483423" y="1408652"/>
                  <a:pt x="1483423" y="1414843"/>
                </a:cubicBezTo>
                <a:cubicBezTo>
                  <a:pt x="1483423" y="1423416"/>
                  <a:pt x="1486566" y="1430083"/>
                  <a:pt x="1492853" y="1434750"/>
                </a:cubicBezTo>
                <a:cubicBezTo>
                  <a:pt x="1499139" y="1439513"/>
                  <a:pt x="1506378" y="1441799"/>
                  <a:pt x="1514379" y="1441799"/>
                </a:cubicBezTo>
                <a:cubicBezTo>
                  <a:pt x="1519523" y="1441799"/>
                  <a:pt x="1524381" y="1441037"/>
                  <a:pt x="1529048" y="1439608"/>
                </a:cubicBezTo>
                <a:cubicBezTo>
                  <a:pt x="1533715" y="1438179"/>
                  <a:pt x="1539049" y="1435417"/>
                  <a:pt x="1544955" y="1431321"/>
                </a:cubicBezTo>
                <a:lnTo>
                  <a:pt x="1503176" y="1381851"/>
                </a:lnTo>
                <a:lnTo>
                  <a:pt x="1503235" y="1381791"/>
                </a:lnTo>
                <a:close/>
                <a:moveTo>
                  <a:pt x="2832735" y="1288732"/>
                </a:moveTo>
                <a:lnTo>
                  <a:pt x="2801683" y="1387506"/>
                </a:lnTo>
                <a:lnTo>
                  <a:pt x="2862548" y="1387506"/>
                </a:lnTo>
                <a:close/>
                <a:moveTo>
                  <a:pt x="3387661" y="1288637"/>
                </a:moveTo>
                <a:lnTo>
                  <a:pt x="3387661" y="1432179"/>
                </a:lnTo>
                <a:lnTo>
                  <a:pt x="3416712" y="1432179"/>
                </a:lnTo>
                <a:lnTo>
                  <a:pt x="3416808" y="1432179"/>
                </a:lnTo>
                <a:cubicBezTo>
                  <a:pt x="3440144" y="1432179"/>
                  <a:pt x="3458241" y="1425511"/>
                  <a:pt x="3471005" y="1412176"/>
                </a:cubicBezTo>
                <a:cubicBezTo>
                  <a:pt x="3483768" y="1398841"/>
                  <a:pt x="3490150" y="1381601"/>
                  <a:pt x="3490150" y="1360360"/>
                </a:cubicBezTo>
                <a:cubicBezTo>
                  <a:pt x="3490150" y="1349597"/>
                  <a:pt x="3488721" y="1339882"/>
                  <a:pt x="3485673" y="1331119"/>
                </a:cubicBezTo>
                <a:cubicBezTo>
                  <a:pt x="3482720" y="1322356"/>
                  <a:pt x="3478244" y="1314831"/>
                  <a:pt x="3472148" y="1308544"/>
                </a:cubicBezTo>
                <a:cubicBezTo>
                  <a:pt x="3466052" y="1302258"/>
                  <a:pt x="3458527" y="1297305"/>
                  <a:pt x="3449383" y="1293876"/>
                </a:cubicBezTo>
                <a:cubicBezTo>
                  <a:pt x="3440239" y="1290352"/>
                  <a:pt x="3429381" y="1288637"/>
                  <a:pt x="3416712" y="1288637"/>
                </a:cubicBezTo>
                <a:close/>
                <a:moveTo>
                  <a:pt x="2019109" y="1282731"/>
                </a:moveTo>
                <a:lnTo>
                  <a:pt x="2019109" y="1347692"/>
                </a:lnTo>
                <a:lnTo>
                  <a:pt x="2053780" y="1347692"/>
                </a:lnTo>
                <a:lnTo>
                  <a:pt x="2053875" y="1347596"/>
                </a:lnTo>
                <a:cubicBezTo>
                  <a:pt x="2063305" y="1347596"/>
                  <a:pt x="2070925" y="1344739"/>
                  <a:pt x="2076830" y="1338929"/>
                </a:cubicBezTo>
                <a:cubicBezTo>
                  <a:pt x="2082736" y="1333119"/>
                  <a:pt x="2085688" y="1325403"/>
                  <a:pt x="2085688" y="1315783"/>
                </a:cubicBezTo>
                <a:cubicBezTo>
                  <a:pt x="2085688" y="1305591"/>
                  <a:pt x="2082831" y="1297495"/>
                  <a:pt x="2077211" y="1291590"/>
                </a:cubicBezTo>
                <a:cubicBezTo>
                  <a:pt x="2071591" y="1285684"/>
                  <a:pt x="2063590" y="1282731"/>
                  <a:pt x="2053398" y="1282731"/>
                </a:cubicBezTo>
                <a:close/>
                <a:moveTo>
                  <a:pt x="3316414" y="1226248"/>
                </a:moveTo>
                <a:lnTo>
                  <a:pt x="3419570" y="1226248"/>
                </a:lnTo>
                <a:cubicBezTo>
                  <a:pt x="3440239" y="1226248"/>
                  <a:pt x="3459384" y="1228915"/>
                  <a:pt x="3477006" y="1234345"/>
                </a:cubicBezTo>
                <a:cubicBezTo>
                  <a:pt x="3494627" y="1239774"/>
                  <a:pt x="3509867" y="1247870"/>
                  <a:pt x="3522726" y="1258919"/>
                </a:cubicBezTo>
                <a:cubicBezTo>
                  <a:pt x="3535584" y="1269968"/>
                  <a:pt x="3545681" y="1284065"/>
                  <a:pt x="3552920" y="1301210"/>
                </a:cubicBezTo>
                <a:cubicBezTo>
                  <a:pt x="3560159" y="1318355"/>
                  <a:pt x="3563778" y="1338739"/>
                  <a:pt x="3563778" y="1362075"/>
                </a:cubicBezTo>
                <a:cubicBezTo>
                  <a:pt x="3563778" y="1385411"/>
                  <a:pt x="3560064" y="1403794"/>
                  <a:pt x="3552729" y="1420273"/>
                </a:cubicBezTo>
                <a:cubicBezTo>
                  <a:pt x="3545300" y="1436846"/>
                  <a:pt x="3535203" y="1450657"/>
                  <a:pt x="3522344" y="1461802"/>
                </a:cubicBezTo>
                <a:cubicBezTo>
                  <a:pt x="3509486" y="1472946"/>
                  <a:pt x="3494151" y="1481232"/>
                  <a:pt x="3476434" y="1486757"/>
                </a:cubicBezTo>
                <a:cubicBezTo>
                  <a:pt x="3458718" y="1492282"/>
                  <a:pt x="3439572" y="1495044"/>
                  <a:pt x="3419189" y="1495044"/>
                </a:cubicBezTo>
                <a:lnTo>
                  <a:pt x="3316414" y="1495044"/>
                </a:lnTo>
                <a:close/>
                <a:moveTo>
                  <a:pt x="3013138" y="1226248"/>
                </a:moveTo>
                <a:lnTo>
                  <a:pt x="3013233" y="1226248"/>
                </a:lnTo>
                <a:lnTo>
                  <a:pt x="3078099" y="1226248"/>
                </a:lnTo>
                <a:lnTo>
                  <a:pt x="3181254" y="1376171"/>
                </a:lnTo>
                <a:lnTo>
                  <a:pt x="3181254" y="1226248"/>
                </a:lnTo>
                <a:lnTo>
                  <a:pt x="3251834" y="1226248"/>
                </a:lnTo>
                <a:lnTo>
                  <a:pt x="3251834" y="1495139"/>
                </a:lnTo>
                <a:lnTo>
                  <a:pt x="3190970" y="1495139"/>
                </a:lnTo>
                <a:lnTo>
                  <a:pt x="3083718" y="1340738"/>
                </a:lnTo>
                <a:lnTo>
                  <a:pt x="3083718" y="1495139"/>
                </a:lnTo>
                <a:lnTo>
                  <a:pt x="3013138" y="1495139"/>
                </a:lnTo>
                <a:close/>
                <a:moveTo>
                  <a:pt x="2794349" y="1226248"/>
                </a:moveTo>
                <a:lnTo>
                  <a:pt x="2876169" y="1226248"/>
                </a:lnTo>
                <a:lnTo>
                  <a:pt x="2971324" y="1495139"/>
                </a:lnTo>
                <a:lnTo>
                  <a:pt x="2894362" y="1495139"/>
                </a:lnTo>
                <a:lnTo>
                  <a:pt x="2877026" y="1439513"/>
                </a:lnTo>
                <a:lnTo>
                  <a:pt x="2787110" y="1439513"/>
                </a:lnTo>
                <a:lnTo>
                  <a:pt x="2769394" y="1495139"/>
                </a:lnTo>
                <a:lnTo>
                  <a:pt x="2695575" y="1495139"/>
                </a:lnTo>
                <a:close/>
                <a:moveTo>
                  <a:pt x="2473928" y="1226248"/>
                </a:moveTo>
                <a:lnTo>
                  <a:pt x="2545270" y="1226248"/>
                </a:lnTo>
                <a:lnTo>
                  <a:pt x="2545270" y="1432274"/>
                </a:lnTo>
                <a:lnTo>
                  <a:pt x="2669857" y="1432274"/>
                </a:lnTo>
                <a:lnTo>
                  <a:pt x="2669857" y="1495139"/>
                </a:lnTo>
                <a:lnTo>
                  <a:pt x="2473928" y="1495139"/>
                </a:lnTo>
                <a:close/>
                <a:moveTo>
                  <a:pt x="2218753" y="1226248"/>
                </a:moveTo>
                <a:lnTo>
                  <a:pt x="2412206" y="1226248"/>
                </a:lnTo>
                <a:lnTo>
                  <a:pt x="2412206" y="1287970"/>
                </a:lnTo>
                <a:lnTo>
                  <a:pt x="2290095" y="1287970"/>
                </a:lnTo>
                <a:lnTo>
                  <a:pt x="2290095" y="1329499"/>
                </a:lnTo>
                <a:lnTo>
                  <a:pt x="2390489" y="1329499"/>
                </a:lnTo>
                <a:lnTo>
                  <a:pt x="2390489" y="1387601"/>
                </a:lnTo>
                <a:lnTo>
                  <a:pt x="2290095" y="1387601"/>
                </a:lnTo>
                <a:lnTo>
                  <a:pt x="2290095" y="1433512"/>
                </a:lnTo>
                <a:lnTo>
                  <a:pt x="2420683" y="1433512"/>
                </a:lnTo>
                <a:lnTo>
                  <a:pt x="2420683" y="1495234"/>
                </a:lnTo>
                <a:lnTo>
                  <a:pt x="2218753" y="1495234"/>
                </a:lnTo>
                <a:lnTo>
                  <a:pt x="2218753" y="1226343"/>
                </a:lnTo>
                <a:close/>
                <a:moveTo>
                  <a:pt x="1949481" y="1226248"/>
                </a:moveTo>
                <a:lnTo>
                  <a:pt x="2060733" y="1226248"/>
                </a:lnTo>
                <a:cubicBezTo>
                  <a:pt x="2075211" y="1226248"/>
                  <a:pt x="2088355" y="1228153"/>
                  <a:pt x="2100071" y="1231868"/>
                </a:cubicBezTo>
                <a:cubicBezTo>
                  <a:pt x="2111787" y="1235582"/>
                  <a:pt x="2121788" y="1241202"/>
                  <a:pt x="2130075" y="1248632"/>
                </a:cubicBezTo>
                <a:cubicBezTo>
                  <a:pt x="2138362" y="1256061"/>
                  <a:pt x="2144839" y="1265205"/>
                  <a:pt x="2149411" y="1276254"/>
                </a:cubicBezTo>
                <a:cubicBezTo>
                  <a:pt x="2153982" y="1287303"/>
                  <a:pt x="2156269" y="1300067"/>
                  <a:pt x="2156269" y="1314545"/>
                </a:cubicBezTo>
                <a:cubicBezTo>
                  <a:pt x="2156269" y="1332261"/>
                  <a:pt x="2152363" y="1347692"/>
                  <a:pt x="2144553" y="1360741"/>
                </a:cubicBezTo>
                <a:cubicBezTo>
                  <a:pt x="2136742" y="1373790"/>
                  <a:pt x="2126455" y="1384173"/>
                  <a:pt x="2113501" y="1391983"/>
                </a:cubicBezTo>
                <a:lnTo>
                  <a:pt x="2171128" y="1495139"/>
                </a:lnTo>
                <a:lnTo>
                  <a:pt x="2094547" y="1495139"/>
                </a:lnTo>
                <a:lnTo>
                  <a:pt x="2049017" y="1403603"/>
                </a:lnTo>
                <a:lnTo>
                  <a:pt x="2019204" y="1403603"/>
                </a:lnTo>
                <a:lnTo>
                  <a:pt x="2019204" y="1495139"/>
                </a:lnTo>
                <a:lnTo>
                  <a:pt x="1949481" y="1495139"/>
                </a:lnTo>
                <a:close/>
                <a:moveTo>
                  <a:pt x="1813655" y="1226248"/>
                </a:moveTo>
                <a:lnTo>
                  <a:pt x="1884997" y="1226248"/>
                </a:lnTo>
                <a:lnTo>
                  <a:pt x="1884997" y="1495139"/>
                </a:lnTo>
                <a:lnTo>
                  <a:pt x="1813655" y="1495139"/>
                </a:lnTo>
                <a:close/>
                <a:moveTo>
                  <a:pt x="1063847" y="1226248"/>
                </a:moveTo>
                <a:lnTo>
                  <a:pt x="1135189" y="1226248"/>
                </a:lnTo>
                <a:lnTo>
                  <a:pt x="1135189" y="1327023"/>
                </a:lnTo>
                <a:lnTo>
                  <a:pt x="1215390" y="1226248"/>
                </a:lnTo>
                <a:lnTo>
                  <a:pt x="1298829" y="1226248"/>
                </a:lnTo>
                <a:lnTo>
                  <a:pt x="1209389" y="1329880"/>
                </a:lnTo>
                <a:lnTo>
                  <a:pt x="1313021" y="1495139"/>
                </a:lnTo>
                <a:lnTo>
                  <a:pt x="1226343" y="1495139"/>
                </a:lnTo>
                <a:lnTo>
                  <a:pt x="1160621" y="1386268"/>
                </a:lnTo>
                <a:lnTo>
                  <a:pt x="1135189" y="1416081"/>
                </a:lnTo>
                <a:lnTo>
                  <a:pt x="1135189" y="1495139"/>
                </a:lnTo>
                <a:lnTo>
                  <a:pt x="1063847" y="1495139"/>
                </a:lnTo>
                <a:close/>
                <a:moveTo>
                  <a:pt x="769238" y="1226248"/>
                </a:moveTo>
                <a:lnTo>
                  <a:pt x="840580" y="1226248"/>
                </a:lnTo>
                <a:lnTo>
                  <a:pt x="840580" y="1383887"/>
                </a:lnTo>
                <a:cubicBezTo>
                  <a:pt x="840580" y="1398650"/>
                  <a:pt x="844009" y="1410747"/>
                  <a:pt x="850867" y="1420177"/>
                </a:cubicBezTo>
                <a:cubicBezTo>
                  <a:pt x="857725" y="1429607"/>
                  <a:pt x="869060" y="1434274"/>
                  <a:pt x="884967" y="1434274"/>
                </a:cubicBezTo>
                <a:cubicBezTo>
                  <a:pt x="900874" y="1434274"/>
                  <a:pt x="912113" y="1429511"/>
                  <a:pt x="918780" y="1419986"/>
                </a:cubicBezTo>
                <a:cubicBezTo>
                  <a:pt x="925543" y="1410461"/>
                  <a:pt x="928877" y="1398460"/>
                  <a:pt x="928877" y="1383887"/>
                </a:cubicBezTo>
                <a:lnTo>
                  <a:pt x="928877" y="1226248"/>
                </a:lnTo>
                <a:lnTo>
                  <a:pt x="1001077" y="1226248"/>
                </a:lnTo>
                <a:lnTo>
                  <a:pt x="1001077" y="1390269"/>
                </a:lnTo>
                <a:cubicBezTo>
                  <a:pt x="1001077" y="1407509"/>
                  <a:pt x="998219" y="1423034"/>
                  <a:pt x="992599" y="1436846"/>
                </a:cubicBezTo>
                <a:cubicBezTo>
                  <a:pt x="986980" y="1450657"/>
                  <a:pt x="978979" y="1462468"/>
                  <a:pt x="968596" y="1472088"/>
                </a:cubicBezTo>
                <a:cubicBezTo>
                  <a:pt x="958214" y="1481708"/>
                  <a:pt x="946022" y="1489138"/>
                  <a:pt x="931925" y="1494282"/>
                </a:cubicBezTo>
                <a:cubicBezTo>
                  <a:pt x="917828" y="1499425"/>
                  <a:pt x="902302" y="1501997"/>
                  <a:pt x="885348" y="1501997"/>
                </a:cubicBezTo>
                <a:cubicBezTo>
                  <a:pt x="868393" y="1501997"/>
                  <a:pt x="852867" y="1499425"/>
                  <a:pt x="838580" y="1494282"/>
                </a:cubicBezTo>
                <a:cubicBezTo>
                  <a:pt x="824292" y="1489233"/>
                  <a:pt x="812005" y="1481899"/>
                  <a:pt x="801718" y="1472279"/>
                </a:cubicBezTo>
                <a:cubicBezTo>
                  <a:pt x="791431" y="1462658"/>
                  <a:pt x="783335" y="1451038"/>
                  <a:pt x="777715" y="1437227"/>
                </a:cubicBezTo>
                <a:cubicBezTo>
                  <a:pt x="772096" y="1423415"/>
                  <a:pt x="769238" y="1407699"/>
                  <a:pt x="769238" y="1390269"/>
                </a:cubicBezTo>
                <a:close/>
                <a:moveTo>
                  <a:pt x="1542383" y="1218628"/>
                </a:moveTo>
                <a:cubicBezTo>
                  <a:pt x="1559337" y="1218628"/>
                  <a:pt x="1574863" y="1222724"/>
                  <a:pt x="1588960" y="1230915"/>
                </a:cubicBezTo>
                <a:cubicBezTo>
                  <a:pt x="1603057" y="1239107"/>
                  <a:pt x="1614011" y="1252156"/>
                  <a:pt x="1621821" y="1270253"/>
                </a:cubicBezTo>
                <a:lnTo>
                  <a:pt x="1572672" y="1298828"/>
                </a:lnTo>
                <a:cubicBezTo>
                  <a:pt x="1570005" y="1292161"/>
                  <a:pt x="1566386" y="1286541"/>
                  <a:pt x="1562004" y="1282065"/>
                </a:cubicBezTo>
                <a:cubicBezTo>
                  <a:pt x="1557623" y="1277588"/>
                  <a:pt x="1551908" y="1275397"/>
                  <a:pt x="1544859" y="1275397"/>
                </a:cubicBezTo>
                <a:cubicBezTo>
                  <a:pt x="1538382" y="1275397"/>
                  <a:pt x="1532953" y="1277302"/>
                  <a:pt x="1528572" y="1281207"/>
                </a:cubicBezTo>
                <a:cubicBezTo>
                  <a:pt x="1524190" y="1285112"/>
                  <a:pt x="1521904" y="1290256"/>
                  <a:pt x="1521904" y="1296733"/>
                </a:cubicBezTo>
                <a:cubicBezTo>
                  <a:pt x="1521904" y="1301305"/>
                  <a:pt x="1523238" y="1305686"/>
                  <a:pt x="1525905" y="1309878"/>
                </a:cubicBezTo>
                <a:cubicBezTo>
                  <a:pt x="1528572" y="1314069"/>
                  <a:pt x="1531429" y="1317878"/>
                  <a:pt x="1534382" y="1321403"/>
                </a:cubicBezTo>
                <a:lnTo>
                  <a:pt x="1591627" y="1388268"/>
                </a:lnTo>
                <a:cubicBezTo>
                  <a:pt x="1596961" y="1382934"/>
                  <a:pt x="1602676" y="1376838"/>
                  <a:pt x="1608772" y="1370171"/>
                </a:cubicBezTo>
                <a:cubicBezTo>
                  <a:pt x="1614773" y="1363408"/>
                  <a:pt x="1621345" y="1356169"/>
                  <a:pt x="1628298" y="1348358"/>
                </a:cubicBezTo>
                <a:lnTo>
                  <a:pt x="1673066" y="1389030"/>
                </a:lnTo>
                <a:cubicBezTo>
                  <a:pt x="1665255" y="1397603"/>
                  <a:pt x="1657826" y="1405604"/>
                  <a:pt x="1650682" y="1413033"/>
                </a:cubicBezTo>
                <a:cubicBezTo>
                  <a:pt x="1643538" y="1420463"/>
                  <a:pt x="1636871" y="1427225"/>
                  <a:pt x="1630775" y="1433417"/>
                </a:cubicBezTo>
                <a:lnTo>
                  <a:pt x="1683162" y="1494662"/>
                </a:lnTo>
                <a:lnTo>
                  <a:pt x="1599342" y="1494662"/>
                </a:lnTo>
                <a:lnTo>
                  <a:pt x="1582769" y="1475327"/>
                </a:lnTo>
                <a:lnTo>
                  <a:pt x="1582674" y="1475708"/>
                </a:lnTo>
                <a:cubicBezTo>
                  <a:pt x="1575435" y="1481042"/>
                  <a:pt x="1568481" y="1485423"/>
                  <a:pt x="1561909" y="1488566"/>
                </a:cubicBezTo>
                <a:cubicBezTo>
                  <a:pt x="1555337" y="1491805"/>
                  <a:pt x="1549050" y="1494377"/>
                  <a:pt x="1542954" y="1496377"/>
                </a:cubicBezTo>
                <a:cubicBezTo>
                  <a:pt x="1536858" y="1498377"/>
                  <a:pt x="1530953" y="1499711"/>
                  <a:pt x="1525047" y="1500378"/>
                </a:cubicBezTo>
                <a:cubicBezTo>
                  <a:pt x="1519142" y="1501044"/>
                  <a:pt x="1513046" y="1501425"/>
                  <a:pt x="1506950" y="1501425"/>
                </a:cubicBezTo>
                <a:cubicBezTo>
                  <a:pt x="1494853" y="1501425"/>
                  <a:pt x="1483328" y="1499711"/>
                  <a:pt x="1472469" y="1496187"/>
                </a:cubicBezTo>
                <a:cubicBezTo>
                  <a:pt x="1461611" y="1492662"/>
                  <a:pt x="1452086" y="1487519"/>
                  <a:pt x="1443894" y="1480661"/>
                </a:cubicBezTo>
                <a:cubicBezTo>
                  <a:pt x="1435703" y="1473803"/>
                  <a:pt x="1429226" y="1465421"/>
                  <a:pt x="1424559" y="1455515"/>
                </a:cubicBezTo>
                <a:cubicBezTo>
                  <a:pt x="1419891" y="1445609"/>
                  <a:pt x="1417510" y="1434179"/>
                  <a:pt x="1417510" y="1421225"/>
                </a:cubicBezTo>
                <a:cubicBezTo>
                  <a:pt x="1417510" y="1404556"/>
                  <a:pt x="1421796" y="1389030"/>
                  <a:pt x="1430369" y="1374648"/>
                </a:cubicBezTo>
                <a:cubicBezTo>
                  <a:pt x="1438941" y="1360265"/>
                  <a:pt x="1451610" y="1348358"/>
                  <a:pt x="1468278" y="1338929"/>
                </a:cubicBezTo>
                <a:cubicBezTo>
                  <a:pt x="1462087" y="1329499"/>
                  <a:pt x="1458277" y="1321212"/>
                  <a:pt x="1456753" y="1313878"/>
                </a:cubicBezTo>
                <a:cubicBezTo>
                  <a:pt x="1455324" y="1306639"/>
                  <a:pt x="1454562" y="1299876"/>
                  <a:pt x="1454562" y="1293685"/>
                </a:cubicBezTo>
                <a:cubicBezTo>
                  <a:pt x="1454562" y="1283207"/>
                  <a:pt x="1456753" y="1273492"/>
                  <a:pt x="1461039" y="1264443"/>
                </a:cubicBezTo>
                <a:cubicBezTo>
                  <a:pt x="1465326" y="1255395"/>
                  <a:pt x="1471422" y="1247489"/>
                  <a:pt x="1479137" y="1240631"/>
                </a:cubicBezTo>
                <a:cubicBezTo>
                  <a:pt x="1486852" y="1233773"/>
                  <a:pt x="1496187" y="1228439"/>
                  <a:pt x="1506950" y="1224533"/>
                </a:cubicBezTo>
                <a:cubicBezTo>
                  <a:pt x="1517713" y="1220628"/>
                  <a:pt x="1529524" y="1218628"/>
                  <a:pt x="1542383" y="1218628"/>
                </a:cubicBezTo>
                <a:close/>
                <a:moveTo>
                  <a:pt x="95" y="709898"/>
                </a:moveTo>
                <a:lnTo>
                  <a:pt x="177546" y="709898"/>
                </a:lnTo>
                <a:lnTo>
                  <a:pt x="177546" y="887349"/>
                </a:lnTo>
                <a:lnTo>
                  <a:pt x="95" y="887349"/>
                </a:lnTo>
                <a:close/>
                <a:moveTo>
                  <a:pt x="0" y="354901"/>
                </a:moveTo>
                <a:lnTo>
                  <a:pt x="532543" y="354901"/>
                </a:lnTo>
                <a:lnTo>
                  <a:pt x="532543" y="532352"/>
                </a:lnTo>
                <a:lnTo>
                  <a:pt x="0" y="532352"/>
                </a:lnTo>
                <a:close/>
                <a:moveTo>
                  <a:pt x="3359657" y="340900"/>
                </a:moveTo>
                <a:cubicBezTo>
                  <a:pt x="3332320" y="340900"/>
                  <a:pt x="3308032" y="345377"/>
                  <a:pt x="3286791" y="354330"/>
                </a:cubicBezTo>
                <a:cubicBezTo>
                  <a:pt x="3265550" y="363283"/>
                  <a:pt x="3247929" y="374618"/>
                  <a:pt x="3233737" y="388334"/>
                </a:cubicBezTo>
                <a:cubicBezTo>
                  <a:pt x="3219544" y="402050"/>
                  <a:pt x="3208686" y="417385"/>
                  <a:pt x="3201161" y="434340"/>
                </a:cubicBezTo>
                <a:cubicBezTo>
                  <a:pt x="3193636" y="451294"/>
                  <a:pt x="3189826" y="468344"/>
                  <a:pt x="3189826" y="485299"/>
                </a:cubicBezTo>
                <a:lnTo>
                  <a:pt x="3515391" y="485299"/>
                </a:lnTo>
                <a:cubicBezTo>
                  <a:pt x="3515391" y="468344"/>
                  <a:pt x="3512057" y="451294"/>
                  <a:pt x="3505485" y="434340"/>
                </a:cubicBezTo>
                <a:cubicBezTo>
                  <a:pt x="3498817" y="417385"/>
                  <a:pt x="3489197" y="402050"/>
                  <a:pt x="3476434" y="388334"/>
                </a:cubicBezTo>
                <a:cubicBezTo>
                  <a:pt x="3463670" y="374618"/>
                  <a:pt x="3447382" y="363283"/>
                  <a:pt x="3427570" y="354330"/>
                </a:cubicBezTo>
                <a:cubicBezTo>
                  <a:pt x="3407758" y="345377"/>
                  <a:pt x="3385184" y="340900"/>
                  <a:pt x="3359657" y="340900"/>
                </a:cubicBezTo>
                <a:close/>
                <a:moveTo>
                  <a:pt x="1150334" y="211455"/>
                </a:moveTo>
                <a:lnTo>
                  <a:pt x="1317402" y="211455"/>
                </a:lnTo>
                <a:lnTo>
                  <a:pt x="1317402" y="625507"/>
                </a:lnTo>
                <a:cubicBezTo>
                  <a:pt x="1317402" y="667988"/>
                  <a:pt x="1328928" y="700754"/>
                  <a:pt x="1352073" y="723900"/>
                </a:cubicBezTo>
                <a:cubicBezTo>
                  <a:pt x="1375219" y="747046"/>
                  <a:pt x="1405128" y="758571"/>
                  <a:pt x="1441989" y="758571"/>
                </a:cubicBezTo>
                <a:cubicBezTo>
                  <a:pt x="1464659" y="758571"/>
                  <a:pt x="1485900" y="754094"/>
                  <a:pt x="1505712" y="745141"/>
                </a:cubicBezTo>
                <a:cubicBezTo>
                  <a:pt x="1525524" y="736187"/>
                  <a:pt x="1542478" y="723614"/>
                  <a:pt x="1556670" y="707612"/>
                </a:cubicBezTo>
                <a:cubicBezTo>
                  <a:pt x="1570863" y="691610"/>
                  <a:pt x="1581912" y="672941"/>
                  <a:pt x="1589913" y="651701"/>
                </a:cubicBezTo>
                <a:cubicBezTo>
                  <a:pt x="1597914" y="630460"/>
                  <a:pt x="1601914" y="607600"/>
                  <a:pt x="1601914" y="583025"/>
                </a:cubicBezTo>
                <a:lnTo>
                  <a:pt x="1601819" y="583025"/>
                </a:lnTo>
                <a:lnTo>
                  <a:pt x="1601819" y="211455"/>
                </a:lnTo>
                <a:lnTo>
                  <a:pt x="1768887" y="211455"/>
                </a:lnTo>
                <a:lnTo>
                  <a:pt x="1768887" y="887349"/>
                </a:lnTo>
                <a:lnTo>
                  <a:pt x="1608963" y="887349"/>
                </a:lnTo>
                <a:lnTo>
                  <a:pt x="1604772" y="812292"/>
                </a:lnTo>
                <a:cubicBezTo>
                  <a:pt x="1596294" y="821722"/>
                  <a:pt x="1585817" y="831628"/>
                  <a:pt x="1573625" y="842010"/>
                </a:cubicBezTo>
                <a:cubicBezTo>
                  <a:pt x="1561338" y="852392"/>
                  <a:pt x="1547145" y="862108"/>
                  <a:pt x="1531143" y="871061"/>
                </a:cubicBezTo>
                <a:cubicBezTo>
                  <a:pt x="1515046" y="880110"/>
                  <a:pt x="1496663" y="887349"/>
                  <a:pt x="1475898" y="893064"/>
                </a:cubicBezTo>
                <a:cubicBezTo>
                  <a:pt x="1455134" y="898684"/>
                  <a:pt x="1431512" y="901541"/>
                  <a:pt x="1405128" y="901541"/>
                </a:cubicBezTo>
                <a:cubicBezTo>
                  <a:pt x="1322070" y="901541"/>
                  <a:pt x="1258824" y="876776"/>
                  <a:pt x="1215485" y="827246"/>
                </a:cubicBezTo>
                <a:cubicBezTo>
                  <a:pt x="1172051" y="777716"/>
                  <a:pt x="1150334" y="710946"/>
                  <a:pt x="1150334" y="626936"/>
                </a:cubicBezTo>
                <a:close/>
                <a:moveTo>
                  <a:pt x="4175664" y="202882"/>
                </a:moveTo>
                <a:cubicBezTo>
                  <a:pt x="4191666" y="202882"/>
                  <a:pt x="4206049" y="203834"/>
                  <a:pt x="4218813" y="205739"/>
                </a:cubicBezTo>
                <a:lnTo>
                  <a:pt x="4218908" y="205739"/>
                </a:lnTo>
                <a:cubicBezTo>
                  <a:pt x="4231672" y="207645"/>
                  <a:pt x="4244625" y="210978"/>
                  <a:pt x="4257865" y="215645"/>
                </a:cubicBezTo>
                <a:lnTo>
                  <a:pt x="4223861" y="372808"/>
                </a:lnTo>
                <a:cubicBezTo>
                  <a:pt x="4212526" y="368045"/>
                  <a:pt x="4201001" y="364807"/>
                  <a:pt x="4189190" y="362902"/>
                </a:cubicBezTo>
                <a:cubicBezTo>
                  <a:pt x="4177379" y="360997"/>
                  <a:pt x="4163473" y="360045"/>
                  <a:pt x="4147471" y="360045"/>
                </a:cubicBezTo>
                <a:cubicBezTo>
                  <a:pt x="4124801" y="360045"/>
                  <a:pt x="4103084" y="363854"/>
                  <a:pt x="4082320" y="371379"/>
                </a:cubicBezTo>
                <a:cubicBezTo>
                  <a:pt x="4061555" y="378999"/>
                  <a:pt x="4043553" y="389762"/>
                  <a:pt x="4028503" y="403955"/>
                </a:cubicBezTo>
                <a:cubicBezTo>
                  <a:pt x="4013359" y="418147"/>
                  <a:pt x="4001357" y="435101"/>
                  <a:pt x="3992404" y="454913"/>
                </a:cubicBezTo>
                <a:cubicBezTo>
                  <a:pt x="3983450" y="474725"/>
                  <a:pt x="3978973" y="496919"/>
                  <a:pt x="3978973" y="521398"/>
                </a:cubicBezTo>
                <a:lnTo>
                  <a:pt x="3978973" y="887349"/>
                </a:lnTo>
                <a:lnTo>
                  <a:pt x="3811905" y="887349"/>
                </a:lnTo>
                <a:lnTo>
                  <a:pt x="3811905" y="211454"/>
                </a:lnTo>
                <a:lnTo>
                  <a:pt x="3971925" y="211454"/>
                </a:lnTo>
                <a:lnTo>
                  <a:pt x="3976116" y="299180"/>
                </a:lnTo>
                <a:cubicBezTo>
                  <a:pt x="3983641" y="289750"/>
                  <a:pt x="3993356" y="279368"/>
                  <a:pt x="4005167" y="268033"/>
                </a:cubicBezTo>
                <a:cubicBezTo>
                  <a:pt x="4016883" y="256698"/>
                  <a:pt x="4030885" y="246316"/>
                  <a:pt x="4046887" y="236886"/>
                </a:cubicBezTo>
                <a:cubicBezTo>
                  <a:pt x="4062889" y="227456"/>
                  <a:pt x="4081558" y="219455"/>
                  <a:pt x="4102798" y="212788"/>
                </a:cubicBezTo>
                <a:cubicBezTo>
                  <a:pt x="4123944" y="206216"/>
                  <a:pt x="4148233" y="202882"/>
                  <a:pt x="4175664" y="202882"/>
                </a:cubicBezTo>
                <a:close/>
                <a:moveTo>
                  <a:pt x="3359753" y="200787"/>
                </a:moveTo>
                <a:cubicBezTo>
                  <a:pt x="3420046" y="200787"/>
                  <a:pt x="3471290" y="211836"/>
                  <a:pt x="3513295" y="234029"/>
                </a:cubicBezTo>
                <a:cubicBezTo>
                  <a:pt x="3555301" y="256222"/>
                  <a:pt x="3589019" y="285274"/>
                  <a:pt x="3614546" y="321088"/>
                </a:cubicBezTo>
                <a:lnTo>
                  <a:pt x="3614641" y="321088"/>
                </a:lnTo>
                <a:cubicBezTo>
                  <a:pt x="3640169" y="356997"/>
                  <a:pt x="3658552" y="397478"/>
                  <a:pt x="3669887" y="442817"/>
                </a:cubicBezTo>
                <a:cubicBezTo>
                  <a:pt x="3681221" y="488156"/>
                  <a:pt x="3686841" y="534448"/>
                  <a:pt x="3686841" y="581596"/>
                </a:cubicBezTo>
                <a:lnTo>
                  <a:pt x="3686841" y="605600"/>
                </a:lnTo>
                <a:lnTo>
                  <a:pt x="3191350" y="605600"/>
                </a:lnTo>
                <a:cubicBezTo>
                  <a:pt x="3191350" y="630174"/>
                  <a:pt x="3196780" y="652367"/>
                  <a:pt x="3207638" y="672179"/>
                </a:cubicBezTo>
                <a:cubicBezTo>
                  <a:pt x="3218497" y="691991"/>
                  <a:pt x="3232594" y="708946"/>
                  <a:pt x="3250120" y="723138"/>
                </a:cubicBezTo>
                <a:cubicBezTo>
                  <a:pt x="3267550" y="737330"/>
                  <a:pt x="3287362" y="748189"/>
                  <a:pt x="3309556" y="755713"/>
                </a:cubicBezTo>
                <a:cubicBezTo>
                  <a:pt x="3331749" y="763334"/>
                  <a:pt x="3353656" y="767048"/>
                  <a:pt x="3375373" y="767048"/>
                </a:cubicBezTo>
                <a:cubicBezTo>
                  <a:pt x="3407378" y="767048"/>
                  <a:pt x="3435476" y="764000"/>
                  <a:pt x="3459574" y="757809"/>
                </a:cubicBezTo>
                <a:cubicBezTo>
                  <a:pt x="3483578" y="751713"/>
                  <a:pt x="3504151" y="744569"/>
                  <a:pt x="3521106" y="736568"/>
                </a:cubicBezTo>
                <a:cubicBezTo>
                  <a:pt x="3538061" y="728567"/>
                  <a:pt x="3551967" y="719995"/>
                  <a:pt x="3562825" y="711041"/>
                </a:cubicBezTo>
                <a:cubicBezTo>
                  <a:pt x="3573684" y="702088"/>
                  <a:pt x="3581875" y="694849"/>
                  <a:pt x="3587590" y="689134"/>
                </a:cubicBezTo>
                <a:lnTo>
                  <a:pt x="3678173" y="791051"/>
                </a:lnTo>
                <a:cubicBezTo>
                  <a:pt x="3675316" y="793909"/>
                  <a:pt x="3667600" y="801624"/>
                  <a:pt x="3654837" y="814388"/>
                </a:cubicBezTo>
                <a:cubicBezTo>
                  <a:pt x="3642073" y="827151"/>
                  <a:pt x="3623690" y="840581"/>
                  <a:pt x="3599592" y="854774"/>
                </a:cubicBezTo>
                <a:cubicBezTo>
                  <a:pt x="3575494" y="868871"/>
                  <a:pt x="3544823" y="881634"/>
                  <a:pt x="3507580" y="892969"/>
                </a:cubicBezTo>
                <a:cubicBezTo>
                  <a:pt x="3470338" y="904208"/>
                  <a:pt x="3426713" y="909923"/>
                  <a:pt x="3373849" y="909923"/>
                </a:cubicBezTo>
                <a:cubicBezTo>
                  <a:pt x="3320986" y="909923"/>
                  <a:pt x="3272884" y="900970"/>
                  <a:pt x="3229450" y="883063"/>
                </a:cubicBezTo>
                <a:cubicBezTo>
                  <a:pt x="3186112" y="865156"/>
                  <a:pt x="3149059" y="840391"/>
                  <a:pt x="3118389" y="808768"/>
                </a:cubicBezTo>
                <a:cubicBezTo>
                  <a:pt x="3087719" y="777240"/>
                  <a:pt x="3064096" y="739235"/>
                  <a:pt x="3047618" y="694849"/>
                </a:cubicBezTo>
                <a:cubicBezTo>
                  <a:pt x="3031140" y="650462"/>
                  <a:pt x="3022853" y="601408"/>
                  <a:pt x="3022853" y="547592"/>
                </a:cubicBezTo>
                <a:cubicBezTo>
                  <a:pt x="3022853" y="498538"/>
                  <a:pt x="3031140" y="453009"/>
                  <a:pt x="3047618" y="411004"/>
                </a:cubicBezTo>
                <a:cubicBezTo>
                  <a:pt x="3064096" y="368998"/>
                  <a:pt x="3087242" y="332423"/>
                  <a:pt x="3116960" y="301276"/>
                </a:cubicBezTo>
                <a:cubicBezTo>
                  <a:pt x="3146678" y="270129"/>
                  <a:pt x="3182111" y="245554"/>
                  <a:pt x="3223164" y="227647"/>
                </a:cubicBezTo>
                <a:cubicBezTo>
                  <a:pt x="3264217" y="209740"/>
                  <a:pt x="3309746" y="200787"/>
                  <a:pt x="3359753" y="200787"/>
                </a:cubicBezTo>
                <a:close/>
                <a:moveTo>
                  <a:pt x="2570606" y="285"/>
                </a:moveTo>
                <a:lnTo>
                  <a:pt x="2737675" y="285"/>
                </a:lnTo>
                <a:lnTo>
                  <a:pt x="2737675" y="211454"/>
                </a:lnTo>
                <a:lnTo>
                  <a:pt x="2916078" y="211454"/>
                </a:lnTo>
                <a:lnTo>
                  <a:pt x="2916078" y="355187"/>
                </a:lnTo>
                <a:lnTo>
                  <a:pt x="2737675" y="355187"/>
                </a:lnTo>
                <a:lnTo>
                  <a:pt x="2737675" y="649604"/>
                </a:lnTo>
                <a:cubicBezTo>
                  <a:pt x="2737675" y="687323"/>
                  <a:pt x="2744057" y="716375"/>
                  <a:pt x="2756820" y="736663"/>
                </a:cubicBezTo>
                <a:cubicBezTo>
                  <a:pt x="2769488" y="756951"/>
                  <a:pt x="2790062" y="767048"/>
                  <a:pt x="2818351" y="767048"/>
                </a:cubicBezTo>
                <a:cubicBezTo>
                  <a:pt x="2844736" y="767048"/>
                  <a:pt x="2865786" y="763333"/>
                  <a:pt x="2881312" y="755713"/>
                </a:cubicBezTo>
                <a:lnTo>
                  <a:pt x="2881407" y="755808"/>
                </a:lnTo>
                <a:cubicBezTo>
                  <a:pt x="2896933" y="748283"/>
                  <a:pt x="2911792" y="739330"/>
                  <a:pt x="2925984" y="728948"/>
                </a:cubicBezTo>
                <a:lnTo>
                  <a:pt x="2996755" y="832294"/>
                </a:lnTo>
                <a:cubicBezTo>
                  <a:pt x="2963703" y="859726"/>
                  <a:pt x="2931128" y="879252"/>
                  <a:pt x="2899124" y="891063"/>
                </a:cubicBezTo>
                <a:cubicBezTo>
                  <a:pt x="2867024" y="902874"/>
                  <a:pt x="2832067" y="908780"/>
                  <a:pt x="2791491" y="908780"/>
                </a:cubicBezTo>
                <a:cubicBezTo>
                  <a:pt x="2750915" y="908780"/>
                  <a:pt x="2716434" y="902874"/>
                  <a:pt x="2688145" y="891063"/>
                </a:cubicBezTo>
                <a:cubicBezTo>
                  <a:pt x="2659856" y="879252"/>
                  <a:pt x="2636900" y="862488"/>
                  <a:pt x="2619470" y="840771"/>
                </a:cubicBezTo>
                <a:cubicBezTo>
                  <a:pt x="2601944" y="819054"/>
                  <a:pt x="2589466" y="792860"/>
                  <a:pt x="2581941" y="762190"/>
                </a:cubicBezTo>
                <a:cubicBezTo>
                  <a:pt x="2574416" y="731519"/>
                  <a:pt x="2570606" y="697801"/>
                  <a:pt x="2570606" y="660939"/>
                </a:cubicBezTo>
                <a:lnTo>
                  <a:pt x="2570606" y="355187"/>
                </a:lnTo>
                <a:lnTo>
                  <a:pt x="2457354" y="355187"/>
                </a:lnTo>
                <a:lnTo>
                  <a:pt x="2457354" y="211454"/>
                </a:lnTo>
                <a:lnTo>
                  <a:pt x="2570606" y="211454"/>
                </a:lnTo>
                <a:close/>
                <a:moveTo>
                  <a:pt x="1997963" y="285"/>
                </a:moveTo>
                <a:lnTo>
                  <a:pt x="2165032" y="285"/>
                </a:lnTo>
                <a:lnTo>
                  <a:pt x="2165032" y="211454"/>
                </a:lnTo>
                <a:lnTo>
                  <a:pt x="2343435" y="211454"/>
                </a:lnTo>
                <a:lnTo>
                  <a:pt x="2343435" y="355187"/>
                </a:lnTo>
                <a:lnTo>
                  <a:pt x="2165032" y="355187"/>
                </a:lnTo>
                <a:lnTo>
                  <a:pt x="2165032" y="649604"/>
                </a:lnTo>
                <a:cubicBezTo>
                  <a:pt x="2165032" y="687323"/>
                  <a:pt x="2171414" y="716375"/>
                  <a:pt x="2184177" y="736663"/>
                </a:cubicBezTo>
                <a:cubicBezTo>
                  <a:pt x="2196845" y="756951"/>
                  <a:pt x="2217419" y="767048"/>
                  <a:pt x="2245708" y="767048"/>
                </a:cubicBezTo>
                <a:cubicBezTo>
                  <a:pt x="2272093" y="767048"/>
                  <a:pt x="2293143" y="763333"/>
                  <a:pt x="2308669" y="755713"/>
                </a:cubicBezTo>
                <a:lnTo>
                  <a:pt x="2308669" y="755808"/>
                </a:lnTo>
                <a:cubicBezTo>
                  <a:pt x="2324195" y="748283"/>
                  <a:pt x="2339149" y="739330"/>
                  <a:pt x="2353246" y="728948"/>
                </a:cubicBezTo>
                <a:lnTo>
                  <a:pt x="2424016" y="832294"/>
                </a:lnTo>
                <a:cubicBezTo>
                  <a:pt x="2390965" y="859726"/>
                  <a:pt x="2358484" y="879252"/>
                  <a:pt x="2326385" y="891063"/>
                </a:cubicBezTo>
                <a:cubicBezTo>
                  <a:pt x="2294286" y="902874"/>
                  <a:pt x="2259424" y="908780"/>
                  <a:pt x="2218848" y="908780"/>
                </a:cubicBezTo>
                <a:cubicBezTo>
                  <a:pt x="2178272" y="908780"/>
                  <a:pt x="2143791" y="902874"/>
                  <a:pt x="2115502" y="891063"/>
                </a:cubicBezTo>
                <a:cubicBezTo>
                  <a:pt x="2087213" y="879252"/>
                  <a:pt x="2064257" y="862488"/>
                  <a:pt x="2046826" y="840771"/>
                </a:cubicBezTo>
                <a:cubicBezTo>
                  <a:pt x="2029300" y="819054"/>
                  <a:pt x="2016823" y="792860"/>
                  <a:pt x="2009298" y="762190"/>
                </a:cubicBezTo>
                <a:cubicBezTo>
                  <a:pt x="2001773" y="731519"/>
                  <a:pt x="1997963" y="697801"/>
                  <a:pt x="1997963" y="660939"/>
                </a:cubicBezTo>
                <a:lnTo>
                  <a:pt x="1997963" y="355187"/>
                </a:lnTo>
                <a:lnTo>
                  <a:pt x="1884711" y="355187"/>
                </a:lnTo>
                <a:lnTo>
                  <a:pt x="1884711" y="211454"/>
                </a:lnTo>
                <a:lnTo>
                  <a:pt x="1997963" y="211454"/>
                </a:lnTo>
                <a:close/>
                <a:moveTo>
                  <a:pt x="4169663" y="190"/>
                </a:moveTo>
                <a:lnTo>
                  <a:pt x="4188618" y="190"/>
                </a:lnTo>
                <a:lnTo>
                  <a:pt x="4211669" y="41624"/>
                </a:lnTo>
                <a:lnTo>
                  <a:pt x="4234147" y="190"/>
                </a:lnTo>
                <a:lnTo>
                  <a:pt x="4253197" y="190"/>
                </a:lnTo>
                <a:lnTo>
                  <a:pt x="4257388" y="88582"/>
                </a:lnTo>
                <a:lnTo>
                  <a:pt x="4237386" y="88582"/>
                </a:lnTo>
                <a:lnTo>
                  <a:pt x="4234814" y="30765"/>
                </a:lnTo>
                <a:lnTo>
                  <a:pt x="4216526" y="65246"/>
                </a:lnTo>
                <a:lnTo>
                  <a:pt x="4206239" y="65246"/>
                </a:lnTo>
                <a:lnTo>
                  <a:pt x="4186808" y="31146"/>
                </a:lnTo>
                <a:lnTo>
                  <a:pt x="4184617" y="88582"/>
                </a:lnTo>
                <a:lnTo>
                  <a:pt x="4165472" y="88582"/>
                </a:lnTo>
                <a:close/>
                <a:moveTo>
                  <a:pt x="4079652" y="190"/>
                </a:moveTo>
                <a:lnTo>
                  <a:pt x="4156900" y="190"/>
                </a:lnTo>
                <a:lnTo>
                  <a:pt x="4156900" y="17811"/>
                </a:lnTo>
                <a:lnTo>
                  <a:pt x="4128420" y="17811"/>
                </a:lnTo>
                <a:lnTo>
                  <a:pt x="4128420" y="88582"/>
                </a:lnTo>
                <a:lnTo>
                  <a:pt x="4108227" y="88582"/>
                </a:lnTo>
                <a:lnTo>
                  <a:pt x="4108227" y="17811"/>
                </a:lnTo>
                <a:lnTo>
                  <a:pt x="4079652" y="17811"/>
                </a:lnTo>
                <a:close/>
                <a:moveTo>
                  <a:pt x="831532" y="190"/>
                </a:moveTo>
                <a:lnTo>
                  <a:pt x="998600" y="190"/>
                </a:lnTo>
                <a:lnTo>
                  <a:pt x="998600" y="887349"/>
                </a:lnTo>
                <a:lnTo>
                  <a:pt x="831532" y="887349"/>
                </a:lnTo>
                <a:close/>
                <a:moveTo>
                  <a:pt x="0" y="0"/>
                </a:moveTo>
                <a:lnTo>
                  <a:pt x="709993" y="0"/>
                </a:lnTo>
                <a:lnTo>
                  <a:pt x="709993" y="177451"/>
                </a:lnTo>
                <a:lnTo>
                  <a:pt x="0" y="17745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31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2">
    <p:bg>
      <p:bgPr>
        <a:gradFill flip="none" rotWithShape="1">
          <a:gsLst>
            <a:gs pos="0">
              <a:schemeClr val="accent1"/>
            </a:gs>
            <a:gs pos="100000">
              <a:schemeClr val="tx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9A1CDAF1-A1AD-6B70-864E-62EB1D498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6" y="3348500"/>
            <a:ext cx="7786687" cy="2635251"/>
          </a:xfrm>
          <a:prstGeom prst="rect">
            <a:avLst/>
          </a:prstGeom>
        </p:spPr>
        <p:txBody>
          <a:bodyPr vert="horz" tIns="0" bIns="0" anchor="t">
            <a:normAutofit/>
          </a:bodyPr>
          <a:lstStyle>
            <a:lvl1pPr>
              <a:lnSpc>
                <a:spcPct val="72000"/>
              </a:lnSpc>
              <a:defRPr sz="4800" b="1" i="0" cap="all" baseline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AD9A1EE3-9513-E762-D33D-D962C541066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4376" y="1773238"/>
            <a:ext cx="6122988" cy="109768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0" indent="0">
              <a:buNone/>
              <a:defRPr lang="en-US" sz="160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171450" lvl="0" indent="-171450">
              <a:spcBef>
                <a:spcPts val="0"/>
              </a:spcBef>
            </a:pPr>
            <a:r>
              <a:rPr lang="en-US"/>
              <a:t>Click to add subtitle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9FB93EB-6491-CF5D-0D58-394FDC1E6CBD}"/>
              </a:ext>
            </a:extLst>
          </p:cNvPr>
          <p:cNvSpPr>
            <a:spLocks noChangeAspect="1"/>
          </p:cNvSpPr>
          <p:nvPr userDrawn="1"/>
        </p:nvSpPr>
        <p:spPr>
          <a:xfrm>
            <a:off x="10342563" y="5972176"/>
            <a:ext cx="1494079" cy="527050"/>
          </a:xfrm>
          <a:custGeom>
            <a:avLst/>
            <a:gdLst>
              <a:gd name="connsiteX0" fmla="*/ 1503045 w 4257865"/>
              <a:gd name="connsiteY0" fmla="*/ 1381696 h 1501997"/>
              <a:gd name="connsiteX1" fmla="*/ 1503176 w 4257865"/>
              <a:gd name="connsiteY1" fmla="*/ 1381851 h 1501997"/>
              <a:gd name="connsiteX2" fmla="*/ 1488090 w 4257865"/>
              <a:gd name="connsiteY2" fmla="*/ 1397126 h 1501997"/>
              <a:gd name="connsiteX3" fmla="*/ 1483423 w 4257865"/>
              <a:gd name="connsiteY3" fmla="*/ 1414843 h 1501997"/>
              <a:gd name="connsiteX4" fmla="*/ 1492853 w 4257865"/>
              <a:gd name="connsiteY4" fmla="*/ 1434750 h 1501997"/>
              <a:gd name="connsiteX5" fmla="*/ 1514379 w 4257865"/>
              <a:gd name="connsiteY5" fmla="*/ 1441799 h 1501997"/>
              <a:gd name="connsiteX6" fmla="*/ 1529048 w 4257865"/>
              <a:gd name="connsiteY6" fmla="*/ 1439608 h 1501997"/>
              <a:gd name="connsiteX7" fmla="*/ 1544955 w 4257865"/>
              <a:gd name="connsiteY7" fmla="*/ 1431321 h 1501997"/>
              <a:gd name="connsiteX8" fmla="*/ 1503176 w 4257865"/>
              <a:gd name="connsiteY8" fmla="*/ 1381851 h 1501997"/>
              <a:gd name="connsiteX9" fmla="*/ 1503235 w 4257865"/>
              <a:gd name="connsiteY9" fmla="*/ 1381791 h 1501997"/>
              <a:gd name="connsiteX10" fmla="*/ 2832735 w 4257865"/>
              <a:gd name="connsiteY10" fmla="*/ 1288732 h 1501997"/>
              <a:gd name="connsiteX11" fmla="*/ 2801683 w 4257865"/>
              <a:gd name="connsiteY11" fmla="*/ 1387506 h 1501997"/>
              <a:gd name="connsiteX12" fmla="*/ 2862548 w 4257865"/>
              <a:gd name="connsiteY12" fmla="*/ 1387506 h 1501997"/>
              <a:gd name="connsiteX13" fmla="*/ 3387661 w 4257865"/>
              <a:gd name="connsiteY13" fmla="*/ 1288637 h 1501997"/>
              <a:gd name="connsiteX14" fmla="*/ 3387661 w 4257865"/>
              <a:gd name="connsiteY14" fmla="*/ 1432179 h 1501997"/>
              <a:gd name="connsiteX15" fmla="*/ 3416712 w 4257865"/>
              <a:gd name="connsiteY15" fmla="*/ 1432179 h 1501997"/>
              <a:gd name="connsiteX16" fmla="*/ 3416808 w 4257865"/>
              <a:gd name="connsiteY16" fmla="*/ 1432179 h 1501997"/>
              <a:gd name="connsiteX17" fmla="*/ 3471005 w 4257865"/>
              <a:gd name="connsiteY17" fmla="*/ 1412176 h 1501997"/>
              <a:gd name="connsiteX18" fmla="*/ 3490150 w 4257865"/>
              <a:gd name="connsiteY18" fmla="*/ 1360360 h 1501997"/>
              <a:gd name="connsiteX19" fmla="*/ 3485673 w 4257865"/>
              <a:gd name="connsiteY19" fmla="*/ 1331119 h 1501997"/>
              <a:gd name="connsiteX20" fmla="*/ 3472148 w 4257865"/>
              <a:gd name="connsiteY20" fmla="*/ 1308544 h 1501997"/>
              <a:gd name="connsiteX21" fmla="*/ 3449383 w 4257865"/>
              <a:gd name="connsiteY21" fmla="*/ 1293876 h 1501997"/>
              <a:gd name="connsiteX22" fmla="*/ 3416712 w 4257865"/>
              <a:gd name="connsiteY22" fmla="*/ 1288637 h 1501997"/>
              <a:gd name="connsiteX23" fmla="*/ 2019109 w 4257865"/>
              <a:gd name="connsiteY23" fmla="*/ 1282731 h 1501997"/>
              <a:gd name="connsiteX24" fmla="*/ 2019109 w 4257865"/>
              <a:gd name="connsiteY24" fmla="*/ 1347692 h 1501997"/>
              <a:gd name="connsiteX25" fmla="*/ 2053780 w 4257865"/>
              <a:gd name="connsiteY25" fmla="*/ 1347692 h 1501997"/>
              <a:gd name="connsiteX26" fmla="*/ 2053875 w 4257865"/>
              <a:gd name="connsiteY26" fmla="*/ 1347596 h 1501997"/>
              <a:gd name="connsiteX27" fmla="*/ 2076830 w 4257865"/>
              <a:gd name="connsiteY27" fmla="*/ 1338929 h 1501997"/>
              <a:gd name="connsiteX28" fmla="*/ 2085688 w 4257865"/>
              <a:gd name="connsiteY28" fmla="*/ 1315783 h 1501997"/>
              <a:gd name="connsiteX29" fmla="*/ 2077211 w 4257865"/>
              <a:gd name="connsiteY29" fmla="*/ 1291590 h 1501997"/>
              <a:gd name="connsiteX30" fmla="*/ 2053398 w 4257865"/>
              <a:gd name="connsiteY30" fmla="*/ 1282731 h 1501997"/>
              <a:gd name="connsiteX31" fmla="*/ 3316414 w 4257865"/>
              <a:gd name="connsiteY31" fmla="*/ 1226248 h 1501997"/>
              <a:gd name="connsiteX32" fmla="*/ 3419570 w 4257865"/>
              <a:gd name="connsiteY32" fmla="*/ 1226248 h 1501997"/>
              <a:gd name="connsiteX33" fmla="*/ 3477006 w 4257865"/>
              <a:gd name="connsiteY33" fmla="*/ 1234345 h 1501997"/>
              <a:gd name="connsiteX34" fmla="*/ 3522726 w 4257865"/>
              <a:gd name="connsiteY34" fmla="*/ 1258919 h 1501997"/>
              <a:gd name="connsiteX35" fmla="*/ 3552920 w 4257865"/>
              <a:gd name="connsiteY35" fmla="*/ 1301210 h 1501997"/>
              <a:gd name="connsiteX36" fmla="*/ 3563778 w 4257865"/>
              <a:gd name="connsiteY36" fmla="*/ 1362075 h 1501997"/>
              <a:gd name="connsiteX37" fmla="*/ 3552729 w 4257865"/>
              <a:gd name="connsiteY37" fmla="*/ 1420273 h 1501997"/>
              <a:gd name="connsiteX38" fmla="*/ 3522344 w 4257865"/>
              <a:gd name="connsiteY38" fmla="*/ 1461802 h 1501997"/>
              <a:gd name="connsiteX39" fmla="*/ 3476434 w 4257865"/>
              <a:gd name="connsiteY39" fmla="*/ 1486757 h 1501997"/>
              <a:gd name="connsiteX40" fmla="*/ 3419189 w 4257865"/>
              <a:gd name="connsiteY40" fmla="*/ 1495044 h 1501997"/>
              <a:gd name="connsiteX41" fmla="*/ 3316414 w 4257865"/>
              <a:gd name="connsiteY41" fmla="*/ 1495044 h 1501997"/>
              <a:gd name="connsiteX42" fmla="*/ 3013138 w 4257865"/>
              <a:gd name="connsiteY42" fmla="*/ 1226248 h 1501997"/>
              <a:gd name="connsiteX43" fmla="*/ 3013233 w 4257865"/>
              <a:gd name="connsiteY43" fmla="*/ 1226248 h 1501997"/>
              <a:gd name="connsiteX44" fmla="*/ 3078099 w 4257865"/>
              <a:gd name="connsiteY44" fmla="*/ 1226248 h 1501997"/>
              <a:gd name="connsiteX45" fmla="*/ 3181254 w 4257865"/>
              <a:gd name="connsiteY45" fmla="*/ 1376171 h 1501997"/>
              <a:gd name="connsiteX46" fmla="*/ 3181254 w 4257865"/>
              <a:gd name="connsiteY46" fmla="*/ 1226248 h 1501997"/>
              <a:gd name="connsiteX47" fmla="*/ 3251834 w 4257865"/>
              <a:gd name="connsiteY47" fmla="*/ 1226248 h 1501997"/>
              <a:gd name="connsiteX48" fmla="*/ 3251834 w 4257865"/>
              <a:gd name="connsiteY48" fmla="*/ 1495139 h 1501997"/>
              <a:gd name="connsiteX49" fmla="*/ 3190970 w 4257865"/>
              <a:gd name="connsiteY49" fmla="*/ 1495139 h 1501997"/>
              <a:gd name="connsiteX50" fmla="*/ 3083718 w 4257865"/>
              <a:gd name="connsiteY50" fmla="*/ 1340738 h 1501997"/>
              <a:gd name="connsiteX51" fmla="*/ 3083718 w 4257865"/>
              <a:gd name="connsiteY51" fmla="*/ 1495139 h 1501997"/>
              <a:gd name="connsiteX52" fmla="*/ 3013138 w 4257865"/>
              <a:gd name="connsiteY52" fmla="*/ 1495139 h 1501997"/>
              <a:gd name="connsiteX53" fmla="*/ 2794349 w 4257865"/>
              <a:gd name="connsiteY53" fmla="*/ 1226248 h 1501997"/>
              <a:gd name="connsiteX54" fmla="*/ 2876169 w 4257865"/>
              <a:gd name="connsiteY54" fmla="*/ 1226248 h 1501997"/>
              <a:gd name="connsiteX55" fmla="*/ 2971324 w 4257865"/>
              <a:gd name="connsiteY55" fmla="*/ 1495139 h 1501997"/>
              <a:gd name="connsiteX56" fmla="*/ 2894362 w 4257865"/>
              <a:gd name="connsiteY56" fmla="*/ 1495139 h 1501997"/>
              <a:gd name="connsiteX57" fmla="*/ 2877026 w 4257865"/>
              <a:gd name="connsiteY57" fmla="*/ 1439513 h 1501997"/>
              <a:gd name="connsiteX58" fmla="*/ 2787110 w 4257865"/>
              <a:gd name="connsiteY58" fmla="*/ 1439513 h 1501997"/>
              <a:gd name="connsiteX59" fmla="*/ 2769394 w 4257865"/>
              <a:gd name="connsiteY59" fmla="*/ 1495139 h 1501997"/>
              <a:gd name="connsiteX60" fmla="*/ 2695575 w 4257865"/>
              <a:gd name="connsiteY60" fmla="*/ 1495139 h 1501997"/>
              <a:gd name="connsiteX61" fmla="*/ 2473928 w 4257865"/>
              <a:gd name="connsiteY61" fmla="*/ 1226248 h 1501997"/>
              <a:gd name="connsiteX62" fmla="*/ 2545270 w 4257865"/>
              <a:gd name="connsiteY62" fmla="*/ 1226248 h 1501997"/>
              <a:gd name="connsiteX63" fmla="*/ 2545270 w 4257865"/>
              <a:gd name="connsiteY63" fmla="*/ 1432274 h 1501997"/>
              <a:gd name="connsiteX64" fmla="*/ 2669857 w 4257865"/>
              <a:gd name="connsiteY64" fmla="*/ 1432274 h 1501997"/>
              <a:gd name="connsiteX65" fmla="*/ 2669857 w 4257865"/>
              <a:gd name="connsiteY65" fmla="*/ 1495139 h 1501997"/>
              <a:gd name="connsiteX66" fmla="*/ 2473928 w 4257865"/>
              <a:gd name="connsiteY66" fmla="*/ 1495139 h 1501997"/>
              <a:gd name="connsiteX67" fmla="*/ 2218753 w 4257865"/>
              <a:gd name="connsiteY67" fmla="*/ 1226248 h 1501997"/>
              <a:gd name="connsiteX68" fmla="*/ 2412206 w 4257865"/>
              <a:gd name="connsiteY68" fmla="*/ 1226248 h 1501997"/>
              <a:gd name="connsiteX69" fmla="*/ 2412206 w 4257865"/>
              <a:gd name="connsiteY69" fmla="*/ 1287970 h 1501997"/>
              <a:gd name="connsiteX70" fmla="*/ 2290095 w 4257865"/>
              <a:gd name="connsiteY70" fmla="*/ 1287970 h 1501997"/>
              <a:gd name="connsiteX71" fmla="*/ 2290095 w 4257865"/>
              <a:gd name="connsiteY71" fmla="*/ 1329499 h 1501997"/>
              <a:gd name="connsiteX72" fmla="*/ 2390489 w 4257865"/>
              <a:gd name="connsiteY72" fmla="*/ 1329499 h 1501997"/>
              <a:gd name="connsiteX73" fmla="*/ 2390489 w 4257865"/>
              <a:gd name="connsiteY73" fmla="*/ 1387601 h 1501997"/>
              <a:gd name="connsiteX74" fmla="*/ 2290095 w 4257865"/>
              <a:gd name="connsiteY74" fmla="*/ 1387601 h 1501997"/>
              <a:gd name="connsiteX75" fmla="*/ 2290095 w 4257865"/>
              <a:gd name="connsiteY75" fmla="*/ 1433512 h 1501997"/>
              <a:gd name="connsiteX76" fmla="*/ 2420683 w 4257865"/>
              <a:gd name="connsiteY76" fmla="*/ 1433512 h 1501997"/>
              <a:gd name="connsiteX77" fmla="*/ 2420683 w 4257865"/>
              <a:gd name="connsiteY77" fmla="*/ 1495234 h 1501997"/>
              <a:gd name="connsiteX78" fmla="*/ 2218753 w 4257865"/>
              <a:gd name="connsiteY78" fmla="*/ 1495234 h 1501997"/>
              <a:gd name="connsiteX79" fmla="*/ 2218753 w 4257865"/>
              <a:gd name="connsiteY79" fmla="*/ 1226343 h 1501997"/>
              <a:gd name="connsiteX80" fmla="*/ 1949481 w 4257865"/>
              <a:gd name="connsiteY80" fmla="*/ 1226248 h 1501997"/>
              <a:gd name="connsiteX81" fmla="*/ 2060733 w 4257865"/>
              <a:gd name="connsiteY81" fmla="*/ 1226248 h 1501997"/>
              <a:gd name="connsiteX82" fmla="*/ 2100071 w 4257865"/>
              <a:gd name="connsiteY82" fmla="*/ 1231868 h 1501997"/>
              <a:gd name="connsiteX83" fmla="*/ 2130075 w 4257865"/>
              <a:gd name="connsiteY83" fmla="*/ 1248632 h 1501997"/>
              <a:gd name="connsiteX84" fmla="*/ 2149411 w 4257865"/>
              <a:gd name="connsiteY84" fmla="*/ 1276254 h 1501997"/>
              <a:gd name="connsiteX85" fmla="*/ 2156269 w 4257865"/>
              <a:gd name="connsiteY85" fmla="*/ 1314545 h 1501997"/>
              <a:gd name="connsiteX86" fmla="*/ 2144553 w 4257865"/>
              <a:gd name="connsiteY86" fmla="*/ 1360741 h 1501997"/>
              <a:gd name="connsiteX87" fmla="*/ 2113501 w 4257865"/>
              <a:gd name="connsiteY87" fmla="*/ 1391983 h 1501997"/>
              <a:gd name="connsiteX88" fmla="*/ 2171128 w 4257865"/>
              <a:gd name="connsiteY88" fmla="*/ 1495139 h 1501997"/>
              <a:gd name="connsiteX89" fmla="*/ 2094547 w 4257865"/>
              <a:gd name="connsiteY89" fmla="*/ 1495139 h 1501997"/>
              <a:gd name="connsiteX90" fmla="*/ 2049017 w 4257865"/>
              <a:gd name="connsiteY90" fmla="*/ 1403603 h 1501997"/>
              <a:gd name="connsiteX91" fmla="*/ 2019204 w 4257865"/>
              <a:gd name="connsiteY91" fmla="*/ 1403603 h 1501997"/>
              <a:gd name="connsiteX92" fmla="*/ 2019204 w 4257865"/>
              <a:gd name="connsiteY92" fmla="*/ 1495139 h 1501997"/>
              <a:gd name="connsiteX93" fmla="*/ 1949481 w 4257865"/>
              <a:gd name="connsiteY93" fmla="*/ 1495139 h 1501997"/>
              <a:gd name="connsiteX94" fmla="*/ 1813655 w 4257865"/>
              <a:gd name="connsiteY94" fmla="*/ 1226248 h 1501997"/>
              <a:gd name="connsiteX95" fmla="*/ 1884997 w 4257865"/>
              <a:gd name="connsiteY95" fmla="*/ 1226248 h 1501997"/>
              <a:gd name="connsiteX96" fmla="*/ 1884997 w 4257865"/>
              <a:gd name="connsiteY96" fmla="*/ 1495139 h 1501997"/>
              <a:gd name="connsiteX97" fmla="*/ 1813655 w 4257865"/>
              <a:gd name="connsiteY97" fmla="*/ 1495139 h 1501997"/>
              <a:gd name="connsiteX98" fmla="*/ 1063847 w 4257865"/>
              <a:gd name="connsiteY98" fmla="*/ 1226248 h 1501997"/>
              <a:gd name="connsiteX99" fmla="*/ 1135189 w 4257865"/>
              <a:gd name="connsiteY99" fmla="*/ 1226248 h 1501997"/>
              <a:gd name="connsiteX100" fmla="*/ 1135189 w 4257865"/>
              <a:gd name="connsiteY100" fmla="*/ 1327023 h 1501997"/>
              <a:gd name="connsiteX101" fmla="*/ 1215390 w 4257865"/>
              <a:gd name="connsiteY101" fmla="*/ 1226248 h 1501997"/>
              <a:gd name="connsiteX102" fmla="*/ 1298829 w 4257865"/>
              <a:gd name="connsiteY102" fmla="*/ 1226248 h 1501997"/>
              <a:gd name="connsiteX103" fmla="*/ 1209389 w 4257865"/>
              <a:gd name="connsiteY103" fmla="*/ 1329880 h 1501997"/>
              <a:gd name="connsiteX104" fmla="*/ 1313021 w 4257865"/>
              <a:gd name="connsiteY104" fmla="*/ 1495139 h 1501997"/>
              <a:gd name="connsiteX105" fmla="*/ 1226343 w 4257865"/>
              <a:gd name="connsiteY105" fmla="*/ 1495139 h 1501997"/>
              <a:gd name="connsiteX106" fmla="*/ 1160621 w 4257865"/>
              <a:gd name="connsiteY106" fmla="*/ 1386268 h 1501997"/>
              <a:gd name="connsiteX107" fmla="*/ 1135189 w 4257865"/>
              <a:gd name="connsiteY107" fmla="*/ 1416081 h 1501997"/>
              <a:gd name="connsiteX108" fmla="*/ 1135189 w 4257865"/>
              <a:gd name="connsiteY108" fmla="*/ 1495139 h 1501997"/>
              <a:gd name="connsiteX109" fmla="*/ 1063847 w 4257865"/>
              <a:gd name="connsiteY109" fmla="*/ 1495139 h 1501997"/>
              <a:gd name="connsiteX110" fmla="*/ 769238 w 4257865"/>
              <a:gd name="connsiteY110" fmla="*/ 1226248 h 1501997"/>
              <a:gd name="connsiteX111" fmla="*/ 840580 w 4257865"/>
              <a:gd name="connsiteY111" fmla="*/ 1226248 h 1501997"/>
              <a:gd name="connsiteX112" fmla="*/ 840580 w 4257865"/>
              <a:gd name="connsiteY112" fmla="*/ 1383887 h 1501997"/>
              <a:gd name="connsiteX113" fmla="*/ 850867 w 4257865"/>
              <a:gd name="connsiteY113" fmla="*/ 1420177 h 1501997"/>
              <a:gd name="connsiteX114" fmla="*/ 884967 w 4257865"/>
              <a:gd name="connsiteY114" fmla="*/ 1434274 h 1501997"/>
              <a:gd name="connsiteX115" fmla="*/ 918780 w 4257865"/>
              <a:gd name="connsiteY115" fmla="*/ 1419986 h 1501997"/>
              <a:gd name="connsiteX116" fmla="*/ 928877 w 4257865"/>
              <a:gd name="connsiteY116" fmla="*/ 1383887 h 1501997"/>
              <a:gd name="connsiteX117" fmla="*/ 928877 w 4257865"/>
              <a:gd name="connsiteY117" fmla="*/ 1226248 h 1501997"/>
              <a:gd name="connsiteX118" fmla="*/ 1001077 w 4257865"/>
              <a:gd name="connsiteY118" fmla="*/ 1226248 h 1501997"/>
              <a:gd name="connsiteX119" fmla="*/ 1001077 w 4257865"/>
              <a:gd name="connsiteY119" fmla="*/ 1390269 h 1501997"/>
              <a:gd name="connsiteX120" fmla="*/ 992599 w 4257865"/>
              <a:gd name="connsiteY120" fmla="*/ 1436846 h 1501997"/>
              <a:gd name="connsiteX121" fmla="*/ 968596 w 4257865"/>
              <a:gd name="connsiteY121" fmla="*/ 1472088 h 1501997"/>
              <a:gd name="connsiteX122" fmla="*/ 931925 w 4257865"/>
              <a:gd name="connsiteY122" fmla="*/ 1494282 h 1501997"/>
              <a:gd name="connsiteX123" fmla="*/ 885348 w 4257865"/>
              <a:gd name="connsiteY123" fmla="*/ 1501997 h 1501997"/>
              <a:gd name="connsiteX124" fmla="*/ 838580 w 4257865"/>
              <a:gd name="connsiteY124" fmla="*/ 1494282 h 1501997"/>
              <a:gd name="connsiteX125" fmla="*/ 801718 w 4257865"/>
              <a:gd name="connsiteY125" fmla="*/ 1472279 h 1501997"/>
              <a:gd name="connsiteX126" fmla="*/ 777715 w 4257865"/>
              <a:gd name="connsiteY126" fmla="*/ 1437227 h 1501997"/>
              <a:gd name="connsiteX127" fmla="*/ 769238 w 4257865"/>
              <a:gd name="connsiteY127" fmla="*/ 1390269 h 1501997"/>
              <a:gd name="connsiteX128" fmla="*/ 1542383 w 4257865"/>
              <a:gd name="connsiteY128" fmla="*/ 1218628 h 1501997"/>
              <a:gd name="connsiteX129" fmla="*/ 1588960 w 4257865"/>
              <a:gd name="connsiteY129" fmla="*/ 1230915 h 1501997"/>
              <a:gd name="connsiteX130" fmla="*/ 1621821 w 4257865"/>
              <a:gd name="connsiteY130" fmla="*/ 1270253 h 1501997"/>
              <a:gd name="connsiteX131" fmla="*/ 1572672 w 4257865"/>
              <a:gd name="connsiteY131" fmla="*/ 1298828 h 1501997"/>
              <a:gd name="connsiteX132" fmla="*/ 1562004 w 4257865"/>
              <a:gd name="connsiteY132" fmla="*/ 1282065 h 1501997"/>
              <a:gd name="connsiteX133" fmla="*/ 1544859 w 4257865"/>
              <a:gd name="connsiteY133" fmla="*/ 1275397 h 1501997"/>
              <a:gd name="connsiteX134" fmla="*/ 1528572 w 4257865"/>
              <a:gd name="connsiteY134" fmla="*/ 1281207 h 1501997"/>
              <a:gd name="connsiteX135" fmla="*/ 1521904 w 4257865"/>
              <a:gd name="connsiteY135" fmla="*/ 1296733 h 1501997"/>
              <a:gd name="connsiteX136" fmla="*/ 1525905 w 4257865"/>
              <a:gd name="connsiteY136" fmla="*/ 1309878 h 1501997"/>
              <a:gd name="connsiteX137" fmla="*/ 1534382 w 4257865"/>
              <a:gd name="connsiteY137" fmla="*/ 1321403 h 1501997"/>
              <a:gd name="connsiteX138" fmla="*/ 1591627 w 4257865"/>
              <a:gd name="connsiteY138" fmla="*/ 1388268 h 1501997"/>
              <a:gd name="connsiteX139" fmla="*/ 1608772 w 4257865"/>
              <a:gd name="connsiteY139" fmla="*/ 1370171 h 1501997"/>
              <a:gd name="connsiteX140" fmla="*/ 1628298 w 4257865"/>
              <a:gd name="connsiteY140" fmla="*/ 1348358 h 1501997"/>
              <a:gd name="connsiteX141" fmla="*/ 1673066 w 4257865"/>
              <a:gd name="connsiteY141" fmla="*/ 1389030 h 1501997"/>
              <a:gd name="connsiteX142" fmla="*/ 1650682 w 4257865"/>
              <a:gd name="connsiteY142" fmla="*/ 1413033 h 1501997"/>
              <a:gd name="connsiteX143" fmla="*/ 1630775 w 4257865"/>
              <a:gd name="connsiteY143" fmla="*/ 1433417 h 1501997"/>
              <a:gd name="connsiteX144" fmla="*/ 1683162 w 4257865"/>
              <a:gd name="connsiteY144" fmla="*/ 1494662 h 1501997"/>
              <a:gd name="connsiteX145" fmla="*/ 1599342 w 4257865"/>
              <a:gd name="connsiteY145" fmla="*/ 1494662 h 1501997"/>
              <a:gd name="connsiteX146" fmla="*/ 1582769 w 4257865"/>
              <a:gd name="connsiteY146" fmla="*/ 1475327 h 1501997"/>
              <a:gd name="connsiteX147" fmla="*/ 1582674 w 4257865"/>
              <a:gd name="connsiteY147" fmla="*/ 1475708 h 1501997"/>
              <a:gd name="connsiteX148" fmla="*/ 1561909 w 4257865"/>
              <a:gd name="connsiteY148" fmla="*/ 1488566 h 1501997"/>
              <a:gd name="connsiteX149" fmla="*/ 1542954 w 4257865"/>
              <a:gd name="connsiteY149" fmla="*/ 1496377 h 1501997"/>
              <a:gd name="connsiteX150" fmla="*/ 1525047 w 4257865"/>
              <a:gd name="connsiteY150" fmla="*/ 1500378 h 1501997"/>
              <a:gd name="connsiteX151" fmla="*/ 1506950 w 4257865"/>
              <a:gd name="connsiteY151" fmla="*/ 1501425 h 1501997"/>
              <a:gd name="connsiteX152" fmla="*/ 1472469 w 4257865"/>
              <a:gd name="connsiteY152" fmla="*/ 1496187 h 1501997"/>
              <a:gd name="connsiteX153" fmla="*/ 1443894 w 4257865"/>
              <a:gd name="connsiteY153" fmla="*/ 1480661 h 1501997"/>
              <a:gd name="connsiteX154" fmla="*/ 1424559 w 4257865"/>
              <a:gd name="connsiteY154" fmla="*/ 1455515 h 1501997"/>
              <a:gd name="connsiteX155" fmla="*/ 1417510 w 4257865"/>
              <a:gd name="connsiteY155" fmla="*/ 1421225 h 1501997"/>
              <a:gd name="connsiteX156" fmla="*/ 1430369 w 4257865"/>
              <a:gd name="connsiteY156" fmla="*/ 1374648 h 1501997"/>
              <a:gd name="connsiteX157" fmla="*/ 1468278 w 4257865"/>
              <a:gd name="connsiteY157" fmla="*/ 1338929 h 1501997"/>
              <a:gd name="connsiteX158" fmla="*/ 1456753 w 4257865"/>
              <a:gd name="connsiteY158" fmla="*/ 1313878 h 1501997"/>
              <a:gd name="connsiteX159" fmla="*/ 1454562 w 4257865"/>
              <a:gd name="connsiteY159" fmla="*/ 1293685 h 1501997"/>
              <a:gd name="connsiteX160" fmla="*/ 1461039 w 4257865"/>
              <a:gd name="connsiteY160" fmla="*/ 1264443 h 1501997"/>
              <a:gd name="connsiteX161" fmla="*/ 1479137 w 4257865"/>
              <a:gd name="connsiteY161" fmla="*/ 1240631 h 1501997"/>
              <a:gd name="connsiteX162" fmla="*/ 1506950 w 4257865"/>
              <a:gd name="connsiteY162" fmla="*/ 1224533 h 1501997"/>
              <a:gd name="connsiteX163" fmla="*/ 1542383 w 4257865"/>
              <a:gd name="connsiteY163" fmla="*/ 1218628 h 1501997"/>
              <a:gd name="connsiteX164" fmla="*/ 95 w 4257865"/>
              <a:gd name="connsiteY164" fmla="*/ 709898 h 1501997"/>
              <a:gd name="connsiteX165" fmla="*/ 177546 w 4257865"/>
              <a:gd name="connsiteY165" fmla="*/ 709898 h 1501997"/>
              <a:gd name="connsiteX166" fmla="*/ 177546 w 4257865"/>
              <a:gd name="connsiteY166" fmla="*/ 887349 h 1501997"/>
              <a:gd name="connsiteX167" fmla="*/ 95 w 4257865"/>
              <a:gd name="connsiteY167" fmla="*/ 887349 h 1501997"/>
              <a:gd name="connsiteX168" fmla="*/ 0 w 4257865"/>
              <a:gd name="connsiteY168" fmla="*/ 354901 h 1501997"/>
              <a:gd name="connsiteX169" fmla="*/ 532543 w 4257865"/>
              <a:gd name="connsiteY169" fmla="*/ 354901 h 1501997"/>
              <a:gd name="connsiteX170" fmla="*/ 532543 w 4257865"/>
              <a:gd name="connsiteY170" fmla="*/ 532352 h 1501997"/>
              <a:gd name="connsiteX171" fmla="*/ 0 w 4257865"/>
              <a:gd name="connsiteY171" fmla="*/ 532352 h 1501997"/>
              <a:gd name="connsiteX172" fmla="*/ 3359657 w 4257865"/>
              <a:gd name="connsiteY172" fmla="*/ 340900 h 1501997"/>
              <a:gd name="connsiteX173" fmla="*/ 3286791 w 4257865"/>
              <a:gd name="connsiteY173" fmla="*/ 354330 h 1501997"/>
              <a:gd name="connsiteX174" fmla="*/ 3233737 w 4257865"/>
              <a:gd name="connsiteY174" fmla="*/ 388334 h 1501997"/>
              <a:gd name="connsiteX175" fmla="*/ 3201161 w 4257865"/>
              <a:gd name="connsiteY175" fmla="*/ 434340 h 1501997"/>
              <a:gd name="connsiteX176" fmla="*/ 3189826 w 4257865"/>
              <a:gd name="connsiteY176" fmla="*/ 485299 h 1501997"/>
              <a:gd name="connsiteX177" fmla="*/ 3515391 w 4257865"/>
              <a:gd name="connsiteY177" fmla="*/ 485299 h 1501997"/>
              <a:gd name="connsiteX178" fmla="*/ 3505485 w 4257865"/>
              <a:gd name="connsiteY178" fmla="*/ 434340 h 1501997"/>
              <a:gd name="connsiteX179" fmla="*/ 3476434 w 4257865"/>
              <a:gd name="connsiteY179" fmla="*/ 388334 h 1501997"/>
              <a:gd name="connsiteX180" fmla="*/ 3427570 w 4257865"/>
              <a:gd name="connsiteY180" fmla="*/ 354330 h 1501997"/>
              <a:gd name="connsiteX181" fmla="*/ 3359657 w 4257865"/>
              <a:gd name="connsiteY181" fmla="*/ 340900 h 1501997"/>
              <a:gd name="connsiteX182" fmla="*/ 1150334 w 4257865"/>
              <a:gd name="connsiteY182" fmla="*/ 211455 h 1501997"/>
              <a:gd name="connsiteX183" fmla="*/ 1317402 w 4257865"/>
              <a:gd name="connsiteY183" fmla="*/ 211455 h 1501997"/>
              <a:gd name="connsiteX184" fmla="*/ 1317402 w 4257865"/>
              <a:gd name="connsiteY184" fmla="*/ 625507 h 1501997"/>
              <a:gd name="connsiteX185" fmla="*/ 1352073 w 4257865"/>
              <a:gd name="connsiteY185" fmla="*/ 723900 h 1501997"/>
              <a:gd name="connsiteX186" fmla="*/ 1441989 w 4257865"/>
              <a:gd name="connsiteY186" fmla="*/ 758571 h 1501997"/>
              <a:gd name="connsiteX187" fmla="*/ 1505712 w 4257865"/>
              <a:gd name="connsiteY187" fmla="*/ 745141 h 1501997"/>
              <a:gd name="connsiteX188" fmla="*/ 1556670 w 4257865"/>
              <a:gd name="connsiteY188" fmla="*/ 707612 h 1501997"/>
              <a:gd name="connsiteX189" fmla="*/ 1589913 w 4257865"/>
              <a:gd name="connsiteY189" fmla="*/ 651701 h 1501997"/>
              <a:gd name="connsiteX190" fmla="*/ 1601914 w 4257865"/>
              <a:gd name="connsiteY190" fmla="*/ 583025 h 1501997"/>
              <a:gd name="connsiteX191" fmla="*/ 1601819 w 4257865"/>
              <a:gd name="connsiteY191" fmla="*/ 583025 h 1501997"/>
              <a:gd name="connsiteX192" fmla="*/ 1601819 w 4257865"/>
              <a:gd name="connsiteY192" fmla="*/ 211455 h 1501997"/>
              <a:gd name="connsiteX193" fmla="*/ 1768887 w 4257865"/>
              <a:gd name="connsiteY193" fmla="*/ 211455 h 1501997"/>
              <a:gd name="connsiteX194" fmla="*/ 1768887 w 4257865"/>
              <a:gd name="connsiteY194" fmla="*/ 887349 h 1501997"/>
              <a:gd name="connsiteX195" fmla="*/ 1608963 w 4257865"/>
              <a:gd name="connsiteY195" fmla="*/ 887349 h 1501997"/>
              <a:gd name="connsiteX196" fmla="*/ 1604772 w 4257865"/>
              <a:gd name="connsiteY196" fmla="*/ 812292 h 1501997"/>
              <a:gd name="connsiteX197" fmla="*/ 1573625 w 4257865"/>
              <a:gd name="connsiteY197" fmla="*/ 842010 h 1501997"/>
              <a:gd name="connsiteX198" fmla="*/ 1531143 w 4257865"/>
              <a:gd name="connsiteY198" fmla="*/ 871061 h 1501997"/>
              <a:gd name="connsiteX199" fmla="*/ 1475898 w 4257865"/>
              <a:gd name="connsiteY199" fmla="*/ 893064 h 1501997"/>
              <a:gd name="connsiteX200" fmla="*/ 1405128 w 4257865"/>
              <a:gd name="connsiteY200" fmla="*/ 901541 h 1501997"/>
              <a:gd name="connsiteX201" fmla="*/ 1215485 w 4257865"/>
              <a:gd name="connsiteY201" fmla="*/ 827246 h 1501997"/>
              <a:gd name="connsiteX202" fmla="*/ 1150334 w 4257865"/>
              <a:gd name="connsiteY202" fmla="*/ 626936 h 1501997"/>
              <a:gd name="connsiteX203" fmla="*/ 4175664 w 4257865"/>
              <a:gd name="connsiteY203" fmla="*/ 202882 h 1501997"/>
              <a:gd name="connsiteX204" fmla="*/ 4218813 w 4257865"/>
              <a:gd name="connsiteY204" fmla="*/ 205739 h 1501997"/>
              <a:gd name="connsiteX205" fmla="*/ 4218908 w 4257865"/>
              <a:gd name="connsiteY205" fmla="*/ 205739 h 1501997"/>
              <a:gd name="connsiteX206" fmla="*/ 4257865 w 4257865"/>
              <a:gd name="connsiteY206" fmla="*/ 215645 h 1501997"/>
              <a:gd name="connsiteX207" fmla="*/ 4223861 w 4257865"/>
              <a:gd name="connsiteY207" fmla="*/ 372808 h 1501997"/>
              <a:gd name="connsiteX208" fmla="*/ 4189190 w 4257865"/>
              <a:gd name="connsiteY208" fmla="*/ 362902 h 1501997"/>
              <a:gd name="connsiteX209" fmla="*/ 4147471 w 4257865"/>
              <a:gd name="connsiteY209" fmla="*/ 360045 h 1501997"/>
              <a:gd name="connsiteX210" fmla="*/ 4082320 w 4257865"/>
              <a:gd name="connsiteY210" fmla="*/ 371379 h 1501997"/>
              <a:gd name="connsiteX211" fmla="*/ 4028503 w 4257865"/>
              <a:gd name="connsiteY211" fmla="*/ 403955 h 1501997"/>
              <a:gd name="connsiteX212" fmla="*/ 3992404 w 4257865"/>
              <a:gd name="connsiteY212" fmla="*/ 454913 h 1501997"/>
              <a:gd name="connsiteX213" fmla="*/ 3978973 w 4257865"/>
              <a:gd name="connsiteY213" fmla="*/ 521398 h 1501997"/>
              <a:gd name="connsiteX214" fmla="*/ 3978973 w 4257865"/>
              <a:gd name="connsiteY214" fmla="*/ 887349 h 1501997"/>
              <a:gd name="connsiteX215" fmla="*/ 3811905 w 4257865"/>
              <a:gd name="connsiteY215" fmla="*/ 887349 h 1501997"/>
              <a:gd name="connsiteX216" fmla="*/ 3811905 w 4257865"/>
              <a:gd name="connsiteY216" fmla="*/ 211454 h 1501997"/>
              <a:gd name="connsiteX217" fmla="*/ 3971925 w 4257865"/>
              <a:gd name="connsiteY217" fmla="*/ 211454 h 1501997"/>
              <a:gd name="connsiteX218" fmla="*/ 3976116 w 4257865"/>
              <a:gd name="connsiteY218" fmla="*/ 299180 h 1501997"/>
              <a:gd name="connsiteX219" fmla="*/ 4005167 w 4257865"/>
              <a:gd name="connsiteY219" fmla="*/ 268033 h 1501997"/>
              <a:gd name="connsiteX220" fmla="*/ 4046887 w 4257865"/>
              <a:gd name="connsiteY220" fmla="*/ 236886 h 1501997"/>
              <a:gd name="connsiteX221" fmla="*/ 4102798 w 4257865"/>
              <a:gd name="connsiteY221" fmla="*/ 212788 h 1501997"/>
              <a:gd name="connsiteX222" fmla="*/ 4175664 w 4257865"/>
              <a:gd name="connsiteY222" fmla="*/ 202882 h 1501997"/>
              <a:gd name="connsiteX223" fmla="*/ 3359753 w 4257865"/>
              <a:gd name="connsiteY223" fmla="*/ 200787 h 1501997"/>
              <a:gd name="connsiteX224" fmla="*/ 3513295 w 4257865"/>
              <a:gd name="connsiteY224" fmla="*/ 234029 h 1501997"/>
              <a:gd name="connsiteX225" fmla="*/ 3614546 w 4257865"/>
              <a:gd name="connsiteY225" fmla="*/ 321088 h 1501997"/>
              <a:gd name="connsiteX226" fmla="*/ 3614641 w 4257865"/>
              <a:gd name="connsiteY226" fmla="*/ 321088 h 1501997"/>
              <a:gd name="connsiteX227" fmla="*/ 3669887 w 4257865"/>
              <a:gd name="connsiteY227" fmla="*/ 442817 h 1501997"/>
              <a:gd name="connsiteX228" fmla="*/ 3686841 w 4257865"/>
              <a:gd name="connsiteY228" fmla="*/ 581596 h 1501997"/>
              <a:gd name="connsiteX229" fmla="*/ 3686841 w 4257865"/>
              <a:gd name="connsiteY229" fmla="*/ 605600 h 1501997"/>
              <a:gd name="connsiteX230" fmla="*/ 3191350 w 4257865"/>
              <a:gd name="connsiteY230" fmla="*/ 605600 h 1501997"/>
              <a:gd name="connsiteX231" fmla="*/ 3207638 w 4257865"/>
              <a:gd name="connsiteY231" fmla="*/ 672179 h 1501997"/>
              <a:gd name="connsiteX232" fmla="*/ 3250120 w 4257865"/>
              <a:gd name="connsiteY232" fmla="*/ 723138 h 1501997"/>
              <a:gd name="connsiteX233" fmla="*/ 3309556 w 4257865"/>
              <a:gd name="connsiteY233" fmla="*/ 755713 h 1501997"/>
              <a:gd name="connsiteX234" fmla="*/ 3375373 w 4257865"/>
              <a:gd name="connsiteY234" fmla="*/ 767048 h 1501997"/>
              <a:gd name="connsiteX235" fmla="*/ 3459574 w 4257865"/>
              <a:gd name="connsiteY235" fmla="*/ 757809 h 1501997"/>
              <a:gd name="connsiteX236" fmla="*/ 3521106 w 4257865"/>
              <a:gd name="connsiteY236" fmla="*/ 736568 h 1501997"/>
              <a:gd name="connsiteX237" fmla="*/ 3562825 w 4257865"/>
              <a:gd name="connsiteY237" fmla="*/ 711041 h 1501997"/>
              <a:gd name="connsiteX238" fmla="*/ 3587590 w 4257865"/>
              <a:gd name="connsiteY238" fmla="*/ 689134 h 1501997"/>
              <a:gd name="connsiteX239" fmla="*/ 3678173 w 4257865"/>
              <a:gd name="connsiteY239" fmla="*/ 791051 h 1501997"/>
              <a:gd name="connsiteX240" fmla="*/ 3654837 w 4257865"/>
              <a:gd name="connsiteY240" fmla="*/ 814388 h 1501997"/>
              <a:gd name="connsiteX241" fmla="*/ 3599592 w 4257865"/>
              <a:gd name="connsiteY241" fmla="*/ 854774 h 1501997"/>
              <a:gd name="connsiteX242" fmla="*/ 3507580 w 4257865"/>
              <a:gd name="connsiteY242" fmla="*/ 892969 h 1501997"/>
              <a:gd name="connsiteX243" fmla="*/ 3373849 w 4257865"/>
              <a:gd name="connsiteY243" fmla="*/ 909923 h 1501997"/>
              <a:gd name="connsiteX244" fmla="*/ 3229450 w 4257865"/>
              <a:gd name="connsiteY244" fmla="*/ 883063 h 1501997"/>
              <a:gd name="connsiteX245" fmla="*/ 3118389 w 4257865"/>
              <a:gd name="connsiteY245" fmla="*/ 808768 h 1501997"/>
              <a:gd name="connsiteX246" fmla="*/ 3047618 w 4257865"/>
              <a:gd name="connsiteY246" fmla="*/ 694849 h 1501997"/>
              <a:gd name="connsiteX247" fmla="*/ 3022853 w 4257865"/>
              <a:gd name="connsiteY247" fmla="*/ 547592 h 1501997"/>
              <a:gd name="connsiteX248" fmla="*/ 3047618 w 4257865"/>
              <a:gd name="connsiteY248" fmla="*/ 411004 h 1501997"/>
              <a:gd name="connsiteX249" fmla="*/ 3116960 w 4257865"/>
              <a:gd name="connsiteY249" fmla="*/ 301276 h 1501997"/>
              <a:gd name="connsiteX250" fmla="*/ 3223164 w 4257865"/>
              <a:gd name="connsiteY250" fmla="*/ 227647 h 1501997"/>
              <a:gd name="connsiteX251" fmla="*/ 3359753 w 4257865"/>
              <a:gd name="connsiteY251" fmla="*/ 200787 h 1501997"/>
              <a:gd name="connsiteX252" fmla="*/ 2570606 w 4257865"/>
              <a:gd name="connsiteY252" fmla="*/ 285 h 1501997"/>
              <a:gd name="connsiteX253" fmla="*/ 2737675 w 4257865"/>
              <a:gd name="connsiteY253" fmla="*/ 285 h 1501997"/>
              <a:gd name="connsiteX254" fmla="*/ 2737675 w 4257865"/>
              <a:gd name="connsiteY254" fmla="*/ 211454 h 1501997"/>
              <a:gd name="connsiteX255" fmla="*/ 2916078 w 4257865"/>
              <a:gd name="connsiteY255" fmla="*/ 211454 h 1501997"/>
              <a:gd name="connsiteX256" fmla="*/ 2916078 w 4257865"/>
              <a:gd name="connsiteY256" fmla="*/ 355187 h 1501997"/>
              <a:gd name="connsiteX257" fmla="*/ 2737675 w 4257865"/>
              <a:gd name="connsiteY257" fmla="*/ 355187 h 1501997"/>
              <a:gd name="connsiteX258" fmla="*/ 2737675 w 4257865"/>
              <a:gd name="connsiteY258" fmla="*/ 649604 h 1501997"/>
              <a:gd name="connsiteX259" fmla="*/ 2756820 w 4257865"/>
              <a:gd name="connsiteY259" fmla="*/ 736663 h 1501997"/>
              <a:gd name="connsiteX260" fmla="*/ 2818351 w 4257865"/>
              <a:gd name="connsiteY260" fmla="*/ 767048 h 1501997"/>
              <a:gd name="connsiteX261" fmla="*/ 2881312 w 4257865"/>
              <a:gd name="connsiteY261" fmla="*/ 755713 h 1501997"/>
              <a:gd name="connsiteX262" fmla="*/ 2881407 w 4257865"/>
              <a:gd name="connsiteY262" fmla="*/ 755808 h 1501997"/>
              <a:gd name="connsiteX263" fmla="*/ 2925984 w 4257865"/>
              <a:gd name="connsiteY263" fmla="*/ 728948 h 1501997"/>
              <a:gd name="connsiteX264" fmla="*/ 2996755 w 4257865"/>
              <a:gd name="connsiteY264" fmla="*/ 832294 h 1501997"/>
              <a:gd name="connsiteX265" fmla="*/ 2899124 w 4257865"/>
              <a:gd name="connsiteY265" fmla="*/ 891063 h 1501997"/>
              <a:gd name="connsiteX266" fmla="*/ 2791491 w 4257865"/>
              <a:gd name="connsiteY266" fmla="*/ 908780 h 1501997"/>
              <a:gd name="connsiteX267" fmla="*/ 2688145 w 4257865"/>
              <a:gd name="connsiteY267" fmla="*/ 891063 h 1501997"/>
              <a:gd name="connsiteX268" fmla="*/ 2619470 w 4257865"/>
              <a:gd name="connsiteY268" fmla="*/ 840771 h 1501997"/>
              <a:gd name="connsiteX269" fmla="*/ 2581941 w 4257865"/>
              <a:gd name="connsiteY269" fmla="*/ 762190 h 1501997"/>
              <a:gd name="connsiteX270" fmla="*/ 2570606 w 4257865"/>
              <a:gd name="connsiteY270" fmla="*/ 660939 h 1501997"/>
              <a:gd name="connsiteX271" fmla="*/ 2570606 w 4257865"/>
              <a:gd name="connsiteY271" fmla="*/ 355187 h 1501997"/>
              <a:gd name="connsiteX272" fmla="*/ 2457354 w 4257865"/>
              <a:gd name="connsiteY272" fmla="*/ 355187 h 1501997"/>
              <a:gd name="connsiteX273" fmla="*/ 2457354 w 4257865"/>
              <a:gd name="connsiteY273" fmla="*/ 211454 h 1501997"/>
              <a:gd name="connsiteX274" fmla="*/ 2570606 w 4257865"/>
              <a:gd name="connsiteY274" fmla="*/ 211454 h 1501997"/>
              <a:gd name="connsiteX275" fmla="*/ 1997963 w 4257865"/>
              <a:gd name="connsiteY275" fmla="*/ 285 h 1501997"/>
              <a:gd name="connsiteX276" fmla="*/ 2165032 w 4257865"/>
              <a:gd name="connsiteY276" fmla="*/ 285 h 1501997"/>
              <a:gd name="connsiteX277" fmla="*/ 2165032 w 4257865"/>
              <a:gd name="connsiteY277" fmla="*/ 211454 h 1501997"/>
              <a:gd name="connsiteX278" fmla="*/ 2343435 w 4257865"/>
              <a:gd name="connsiteY278" fmla="*/ 211454 h 1501997"/>
              <a:gd name="connsiteX279" fmla="*/ 2343435 w 4257865"/>
              <a:gd name="connsiteY279" fmla="*/ 355187 h 1501997"/>
              <a:gd name="connsiteX280" fmla="*/ 2165032 w 4257865"/>
              <a:gd name="connsiteY280" fmla="*/ 355187 h 1501997"/>
              <a:gd name="connsiteX281" fmla="*/ 2165032 w 4257865"/>
              <a:gd name="connsiteY281" fmla="*/ 649604 h 1501997"/>
              <a:gd name="connsiteX282" fmla="*/ 2184177 w 4257865"/>
              <a:gd name="connsiteY282" fmla="*/ 736663 h 1501997"/>
              <a:gd name="connsiteX283" fmla="*/ 2245708 w 4257865"/>
              <a:gd name="connsiteY283" fmla="*/ 767048 h 1501997"/>
              <a:gd name="connsiteX284" fmla="*/ 2308669 w 4257865"/>
              <a:gd name="connsiteY284" fmla="*/ 755713 h 1501997"/>
              <a:gd name="connsiteX285" fmla="*/ 2308669 w 4257865"/>
              <a:gd name="connsiteY285" fmla="*/ 755808 h 1501997"/>
              <a:gd name="connsiteX286" fmla="*/ 2353246 w 4257865"/>
              <a:gd name="connsiteY286" fmla="*/ 728948 h 1501997"/>
              <a:gd name="connsiteX287" fmla="*/ 2424016 w 4257865"/>
              <a:gd name="connsiteY287" fmla="*/ 832294 h 1501997"/>
              <a:gd name="connsiteX288" fmla="*/ 2326385 w 4257865"/>
              <a:gd name="connsiteY288" fmla="*/ 891063 h 1501997"/>
              <a:gd name="connsiteX289" fmla="*/ 2218848 w 4257865"/>
              <a:gd name="connsiteY289" fmla="*/ 908780 h 1501997"/>
              <a:gd name="connsiteX290" fmla="*/ 2115502 w 4257865"/>
              <a:gd name="connsiteY290" fmla="*/ 891063 h 1501997"/>
              <a:gd name="connsiteX291" fmla="*/ 2046826 w 4257865"/>
              <a:gd name="connsiteY291" fmla="*/ 840771 h 1501997"/>
              <a:gd name="connsiteX292" fmla="*/ 2009298 w 4257865"/>
              <a:gd name="connsiteY292" fmla="*/ 762190 h 1501997"/>
              <a:gd name="connsiteX293" fmla="*/ 1997963 w 4257865"/>
              <a:gd name="connsiteY293" fmla="*/ 660939 h 1501997"/>
              <a:gd name="connsiteX294" fmla="*/ 1997963 w 4257865"/>
              <a:gd name="connsiteY294" fmla="*/ 355187 h 1501997"/>
              <a:gd name="connsiteX295" fmla="*/ 1884711 w 4257865"/>
              <a:gd name="connsiteY295" fmla="*/ 355187 h 1501997"/>
              <a:gd name="connsiteX296" fmla="*/ 1884711 w 4257865"/>
              <a:gd name="connsiteY296" fmla="*/ 211454 h 1501997"/>
              <a:gd name="connsiteX297" fmla="*/ 1997963 w 4257865"/>
              <a:gd name="connsiteY297" fmla="*/ 211454 h 1501997"/>
              <a:gd name="connsiteX298" fmla="*/ 4169663 w 4257865"/>
              <a:gd name="connsiteY298" fmla="*/ 190 h 1501997"/>
              <a:gd name="connsiteX299" fmla="*/ 4188618 w 4257865"/>
              <a:gd name="connsiteY299" fmla="*/ 190 h 1501997"/>
              <a:gd name="connsiteX300" fmla="*/ 4211669 w 4257865"/>
              <a:gd name="connsiteY300" fmla="*/ 41624 h 1501997"/>
              <a:gd name="connsiteX301" fmla="*/ 4234147 w 4257865"/>
              <a:gd name="connsiteY301" fmla="*/ 190 h 1501997"/>
              <a:gd name="connsiteX302" fmla="*/ 4253197 w 4257865"/>
              <a:gd name="connsiteY302" fmla="*/ 190 h 1501997"/>
              <a:gd name="connsiteX303" fmla="*/ 4257388 w 4257865"/>
              <a:gd name="connsiteY303" fmla="*/ 88582 h 1501997"/>
              <a:gd name="connsiteX304" fmla="*/ 4237386 w 4257865"/>
              <a:gd name="connsiteY304" fmla="*/ 88582 h 1501997"/>
              <a:gd name="connsiteX305" fmla="*/ 4234814 w 4257865"/>
              <a:gd name="connsiteY305" fmla="*/ 30765 h 1501997"/>
              <a:gd name="connsiteX306" fmla="*/ 4216526 w 4257865"/>
              <a:gd name="connsiteY306" fmla="*/ 65246 h 1501997"/>
              <a:gd name="connsiteX307" fmla="*/ 4206239 w 4257865"/>
              <a:gd name="connsiteY307" fmla="*/ 65246 h 1501997"/>
              <a:gd name="connsiteX308" fmla="*/ 4186808 w 4257865"/>
              <a:gd name="connsiteY308" fmla="*/ 31146 h 1501997"/>
              <a:gd name="connsiteX309" fmla="*/ 4184617 w 4257865"/>
              <a:gd name="connsiteY309" fmla="*/ 88582 h 1501997"/>
              <a:gd name="connsiteX310" fmla="*/ 4165472 w 4257865"/>
              <a:gd name="connsiteY310" fmla="*/ 88582 h 1501997"/>
              <a:gd name="connsiteX311" fmla="*/ 4079652 w 4257865"/>
              <a:gd name="connsiteY311" fmla="*/ 190 h 1501997"/>
              <a:gd name="connsiteX312" fmla="*/ 4156900 w 4257865"/>
              <a:gd name="connsiteY312" fmla="*/ 190 h 1501997"/>
              <a:gd name="connsiteX313" fmla="*/ 4156900 w 4257865"/>
              <a:gd name="connsiteY313" fmla="*/ 17811 h 1501997"/>
              <a:gd name="connsiteX314" fmla="*/ 4128420 w 4257865"/>
              <a:gd name="connsiteY314" fmla="*/ 17811 h 1501997"/>
              <a:gd name="connsiteX315" fmla="*/ 4128420 w 4257865"/>
              <a:gd name="connsiteY315" fmla="*/ 88582 h 1501997"/>
              <a:gd name="connsiteX316" fmla="*/ 4108227 w 4257865"/>
              <a:gd name="connsiteY316" fmla="*/ 88582 h 1501997"/>
              <a:gd name="connsiteX317" fmla="*/ 4108227 w 4257865"/>
              <a:gd name="connsiteY317" fmla="*/ 17811 h 1501997"/>
              <a:gd name="connsiteX318" fmla="*/ 4079652 w 4257865"/>
              <a:gd name="connsiteY318" fmla="*/ 17811 h 1501997"/>
              <a:gd name="connsiteX319" fmla="*/ 831532 w 4257865"/>
              <a:gd name="connsiteY319" fmla="*/ 190 h 1501997"/>
              <a:gd name="connsiteX320" fmla="*/ 998600 w 4257865"/>
              <a:gd name="connsiteY320" fmla="*/ 190 h 1501997"/>
              <a:gd name="connsiteX321" fmla="*/ 998600 w 4257865"/>
              <a:gd name="connsiteY321" fmla="*/ 887349 h 1501997"/>
              <a:gd name="connsiteX322" fmla="*/ 831532 w 4257865"/>
              <a:gd name="connsiteY322" fmla="*/ 887349 h 1501997"/>
              <a:gd name="connsiteX323" fmla="*/ 0 w 4257865"/>
              <a:gd name="connsiteY323" fmla="*/ 0 h 1501997"/>
              <a:gd name="connsiteX324" fmla="*/ 709993 w 4257865"/>
              <a:gd name="connsiteY324" fmla="*/ 0 h 1501997"/>
              <a:gd name="connsiteX325" fmla="*/ 709993 w 4257865"/>
              <a:gd name="connsiteY325" fmla="*/ 177451 h 1501997"/>
              <a:gd name="connsiteX326" fmla="*/ 0 w 4257865"/>
              <a:gd name="connsiteY326" fmla="*/ 177451 h 1501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</a:cxnLst>
            <a:rect l="l" t="t" r="r" b="b"/>
            <a:pathLst>
              <a:path w="4257865" h="1501997">
                <a:moveTo>
                  <a:pt x="1503045" y="1381696"/>
                </a:moveTo>
                <a:lnTo>
                  <a:pt x="1503176" y="1381851"/>
                </a:lnTo>
                <a:lnTo>
                  <a:pt x="1488090" y="1397126"/>
                </a:lnTo>
                <a:cubicBezTo>
                  <a:pt x="1485042" y="1402746"/>
                  <a:pt x="1483423" y="1408652"/>
                  <a:pt x="1483423" y="1414843"/>
                </a:cubicBezTo>
                <a:cubicBezTo>
                  <a:pt x="1483423" y="1423416"/>
                  <a:pt x="1486566" y="1430083"/>
                  <a:pt x="1492853" y="1434750"/>
                </a:cubicBezTo>
                <a:cubicBezTo>
                  <a:pt x="1499139" y="1439513"/>
                  <a:pt x="1506378" y="1441799"/>
                  <a:pt x="1514379" y="1441799"/>
                </a:cubicBezTo>
                <a:cubicBezTo>
                  <a:pt x="1519523" y="1441799"/>
                  <a:pt x="1524381" y="1441037"/>
                  <a:pt x="1529048" y="1439608"/>
                </a:cubicBezTo>
                <a:cubicBezTo>
                  <a:pt x="1533715" y="1438179"/>
                  <a:pt x="1539049" y="1435417"/>
                  <a:pt x="1544955" y="1431321"/>
                </a:cubicBezTo>
                <a:lnTo>
                  <a:pt x="1503176" y="1381851"/>
                </a:lnTo>
                <a:lnTo>
                  <a:pt x="1503235" y="1381791"/>
                </a:lnTo>
                <a:close/>
                <a:moveTo>
                  <a:pt x="2832735" y="1288732"/>
                </a:moveTo>
                <a:lnTo>
                  <a:pt x="2801683" y="1387506"/>
                </a:lnTo>
                <a:lnTo>
                  <a:pt x="2862548" y="1387506"/>
                </a:lnTo>
                <a:close/>
                <a:moveTo>
                  <a:pt x="3387661" y="1288637"/>
                </a:moveTo>
                <a:lnTo>
                  <a:pt x="3387661" y="1432179"/>
                </a:lnTo>
                <a:lnTo>
                  <a:pt x="3416712" y="1432179"/>
                </a:lnTo>
                <a:lnTo>
                  <a:pt x="3416808" y="1432179"/>
                </a:lnTo>
                <a:cubicBezTo>
                  <a:pt x="3440144" y="1432179"/>
                  <a:pt x="3458241" y="1425511"/>
                  <a:pt x="3471005" y="1412176"/>
                </a:cubicBezTo>
                <a:cubicBezTo>
                  <a:pt x="3483768" y="1398841"/>
                  <a:pt x="3490150" y="1381601"/>
                  <a:pt x="3490150" y="1360360"/>
                </a:cubicBezTo>
                <a:cubicBezTo>
                  <a:pt x="3490150" y="1349597"/>
                  <a:pt x="3488721" y="1339882"/>
                  <a:pt x="3485673" y="1331119"/>
                </a:cubicBezTo>
                <a:cubicBezTo>
                  <a:pt x="3482720" y="1322356"/>
                  <a:pt x="3478244" y="1314831"/>
                  <a:pt x="3472148" y="1308544"/>
                </a:cubicBezTo>
                <a:cubicBezTo>
                  <a:pt x="3466052" y="1302258"/>
                  <a:pt x="3458527" y="1297305"/>
                  <a:pt x="3449383" y="1293876"/>
                </a:cubicBezTo>
                <a:cubicBezTo>
                  <a:pt x="3440239" y="1290352"/>
                  <a:pt x="3429381" y="1288637"/>
                  <a:pt x="3416712" y="1288637"/>
                </a:cubicBezTo>
                <a:close/>
                <a:moveTo>
                  <a:pt x="2019109" y="1282731"/>
                </a:moveTo>
                <a:lnTo>
                  <a:pt x="2019109" y="1347692"/>
                </a:lnTo>
                <a:lnTo>
                  <a:pt x="2053780" y="1347692"/>
                </a:lnTo>
                <a:lnTo>
                  <a:pt x="2053875" y="1347596"/>
                </a:lnTo>
                <a:cubicBezTo>
                  <a:pt x="2063305" y="1347596"/>
                  <a:pt x="2070925" y="1344739"/>
                  <a:pt x="2076830" y="1338929"/>
                </a:cubicBezTo>
                <a:cubicBezTo>
                  <a:pt x="2082736" y="1333119"/>
                  <a:pt x="2085688" y="1325403"/>
                  <a:pt x="2085688" y="1315783"/>
                </a:cubicBezTo>
                <a:cubicBezTo>
                  <a:pt x="2085688" y="1305591"/>
                  <a:pt x="2082831" y="1297495"/>
                  <a:pt x="2077211" y="1291590"/>
                </a:cubicBezTo>
                <a:cubicBezTo>
                  <a:pt x="2071591" y="1285684"/>
                  <a:pt x="2063590" y="1282731"/>
                  <a:pt x="2053398" y="1282731"/>
                </a:cubicBezTo>
                <a:close/>
                <a:moveTo>
                  <a:pt x="3316414" y="1226248"/>
                </a:moveTo>
                <a:lnTo>
                  <a:pt x="3419570" y="1226248"/>
                </a:lnTo>
                <a:cubicBezTo>
                  <a:pt x="3440239" y="1226248"/>
                  <a:pt x="3459384" y="1228915"/>
                  <a:pt x="3477006" y="1234345"/>
                </a:cubicBezTo>
                <a:cubicBezTo>
                  <a:pt x="3494627" y="1239774"/>
                  <a:pt x="3509867" y="1247870"/>
                  <a:pt x="3522726" y="1258919"/>
                </a:cubicBezTo>
                <a:cubicBezTo>
                  <a:pt x="3535584" y="1269968"/>
                  <a:pt x="3545681" y="1284065"/>
                  <a:pt x="3552920" y="1301210"/>
                </a:cubicBezTo>
                <a:cubicBezTo>
                  <a:pt x="3560159" y="1318355"/>
                  <a:pt x="3563778" y="1338739"/>
                  <a:pt x="3563778" y="1362075"/>
                </a:cubicBezTo>
                <a:cubicBezTo>
                  <a:pt x="3563778" y="1385411"/>
                  <a:pt x="3560064" y="1403794"/>
                  <a:pt x="3552729" y="1420273"/>
                </a:cubicBezTo>
                <a:cubicBezTo>
                  <a:pt x="3545300" y="1436846"/>
                  <a:pt x="3535203" y="1450657"/>
                  <a:pt x="3522344" y="1461802"/>
                </a:cubicBezTo>
                <a:cubicBezTo>
                  <a:pt x="3509486" y="1472946"/>
                  <a:pt x="3494151" y="1481232"/>
                  <a:pt x="3476434" y="1486757"/>
                </a:cubicBezTo>
                <a:cubicBezTo>
                  <a:pt x="3458718" y="1492282"/>
                  <a:pt x="3439572" y="1495044"/>
                  <a:pt x="3419189" y="1495044"/>
                </a:cubicBezTo>
                <a:lnTo>
                  <a:pt x="3316414" y="1495044"/>
                </a:lnTo>
                <a:close/>
                <a:moveTo>
                  <a:pt x="3013138" y="1226248"/>
                </a:moveTo>
                <a:lnTo>
                  <a:pt x="3013233" y="1226248"/>
                </a:lnTo>
                <a:lnTo>
                  <a:pt x="3078099" y="1226248"/>
                </a:lnTo>
                <a:lnTo>
                  <a:pt x="3181254" y="1376171"/>
                </a:lnTo>
                <a:lnTo>
                  <a:pt x="3181254" y="1226248"/>
                </a:lnTo>
                <a:lnTo>
                  <a:pt x="3251834" y="1226248"/>
                </a:lnTo>
                <a:lnTo>
                  <a:pt x="3251834" y="1495139"/>
                </a:lnTo>
                <a:lnTo>
                  <a:pt x="3190970" y="1495139"/>
                </a:lnTo>
                <a:lnTo>
                  <a:pt x="3083718" y="1340738"/>
                </a:lnTo>
                <a:lnTo>
                  <a:pt x="3083718" y="1495139"/>
                </a:lnTo>
                <a:lnTo>
                  <a:pt x="3013138" y="1495139"/>
                </a:lnTo>
                <a:close/>
                <a:moveTo>
                  <a:pt x="2794349" y="1226248"/>
                </a:moveTo>
                <a:lnTo>
                  <a:pt x="2876169" y="1226248"/>
                </a:lnTo>
                <a:lnTo>
                  <a:pt x="2971324" y="1495139"/>
                </a:lnTo>
                <a:lnTo>
                  <a:pt x="2894362" y="1495139"/>
                </a:lnTo>
                <a:lnTo>
                  <a:pt x="2877026" y="1439513"/>
                </a:lnTo>
                <a:lnTo>
                  <a:pt x="2787110" y="1439513"/>
                </a:lnTo>
                <a:lnTo>
                  <a:pt x="2769394" y="1495139"/>
                </a:lnTo>
                <a:lnTo>
                  <a:pt x="2695575" y="1495139"/>
                </a:lnTo>
                <a:close/>
                <a:moveTo>
                  <a:pt x="2473928" y="1226248"/>
                </a:moveTo>
                <a:lnTo>
                  <a:pt x="2545270" y="1226248"/>
                </a:lnTo>
                <a:lnTo>
                  <a:pt x="2545270" y="1432274"/>
                </a:lnTo>
                <a:lnTo>
                  <a:pt x="2669857" y="1432274"/>
                </a:lnTo>
                <a:lnTo>
                  <a:pt x="2669857" y="1495139"/>
                </a:lnTo>
                <a:lnTo>
                  <a:pt x="2473928" y="1495139"/>
                </a:lnTo>
                <a:close/>
                <a:moveTo>
                  <a:pt x="2218753" y="1226248"/>
                </a:moveTo>
                <a:lnTo>
                  <a:pt x="2412206" y="1226248"/>
                </a:lnTo>
                <a:lnTo>
                  <a:pt x="2412206" y="1287970"/>
                </a:lnTo>
                <a:lnTo>
                  <a:pt x="2290095" y="1287970"/>
                </a:lnTo>
                <a:lnTo>
                  <a:pt x="2290095" y="1329499"/>
                </a:lnTo>
                <a:lnTo>
                  <a:pt x="2390489" y="1329499"/>
                </a:lnTo>
                <a:lnTo>
                  <a:pt x="2390489" y="1387601"/>
                </a:lnTo>
                <a:lnTo>
                  <a:pt x="2290095" y="1387601"/>
                </a:lnTo>
                <a:lnTo>
                  <a:pt x="2290095" y="1433512"/>
                </a:lnTo>
                <a:lnTo>
                  <a:pt x="2420683" y="1433512"/>
                </a:lnTo>
                <a:lnTo>
                  <a:pt x="2420683" y="1495234"/>
                </a:lnTo>
                <a:lnTo>
                  <a:pt x="2218753" y="1495234"/>
                </a:lnTo>
                <a:lnTo>
                  <a:pt x="2218753" y="1226343"/>
                </a:lnTo>
                <a:close/>
                <a:moveTo>
                  <a:pt x="1949481" y="1226248"/>
                </a:moveTo>
                <a:lnTo>
                  <a:pt x="2060733" y="1226248"/>
                </a:lnTo>
                <a:cubicBezTo>
                  <a:pt x="2075211" y="1226248"/>
                  <a:pt x="2088355" y="1228153"/>
                  <a:pt x="2100071" y="1231868"/>
                </a:cubicBezTo>
                <a:cubicBezTo>
                  <a:pt x="2111787" y="1235582"/>
                  <a:pt x="2121788" y="1241202"/>
                  <a:pt x="2130075" y="1248632"/>
                </a:cubicBezTo>
                <a:cubicBezTo>
                  <a:pt x="2138362" y="1256061"/>
                  <a:pt x="2144839" y="1265205"/>
                  <a:pt x="2149411" y="1276254"/>
                </a:cubicBezTo>
                <a:cubicBezTo>
                  <a:pt x="2153982" y="1287303"/>
                  <a:pt x="2156269" y="1300067"/>
                  <a:pt x="2156269" y="1314545"/>
                </a:cubicBezTo>
                <a:cubicBezTo>
                  <a:pt x="2156269" y="1332261"/>
                  <a:pt x="2152363" y="1347692"/>
                  <a:pt x="2144553" y="1360741"/>
                </a:cubicBezTo>
                <a:cubicBezTo>
                  <a:pt x="2136742" y="1373790"/>
                  <a:pt x="2126455" y="1384173"/>
                  <a:pt x="2113501" y="1391983"/>
                </a:cubicBezTo>
                <a:lnTo>
                  <a:pt x="2171128" y="1495139"/>
                </a:lnTo>
                <a:lnTo>
                  <a:pt x="2094547" y="1495139"/>
                </a:lnTo>
                <a:lnTo>
                  <a:pt x="2049017" y="1403603"/>
                </a:lnTo>
                <a:lnTo>
                  <a:pt x="2019204" y="1403603"/>
                </a:lnTo>
                <a:lnTo>
                  <a:pt x="2019204" y="1495139"/>
                </a:lnTo>
                <a:lnTo>
                  <a:pt x="1949481" y="1495139"/>
                </a:lnTo>
                <a:close/>
                <a:moveTo>
                  <a:pt x="1813655" y="1226248"/>
                </a:moveTo>
                <a:lnTo>
                  <a:pt x="1884997" y="1226248"/>
                </a:lnTo>
                <a:lnTo>
                  <a:pt x="1884997" y="1495139"/>
                </a:lnTo>
                <a:lnTo>
                  <a:pt x="1813655" y="1495139"/>
                </a:lnTo>
                <a:close/>
                <a:moveTo>
                  <a:pt x="1063847" y="1226248"/>
                </a:moveTo>
                <a:lnTo>
                  <a:pt x="1135189" y="1226248"/>
                </a:lnTo>
                <a:lnTo>
                  <a:pt x="1135189" y="1327023"/>
                </a:lnTo>
                <a:lnTo>
                  <a:pt x="1215390" y="1226248"/>
                </a:lnTo>
                <a:lnTo>
                  <a:pt x="1298829" y="1226248"/>
                </a:lnTo>
                <a:lnTo>
                  <a:pt x="1209389" y="1329880"/>
                </a:lnTo>
                <a:lnTo>
                  <a:pt x="1313021" y="1495139"/>
                </a:lnTo>
                <a:lnTo>
                  <a:pt x="1226343" y="1495139"/>
                </a:lnTo>
                <a:lnTo>
                  <a:pt x="1160621" y="1386268"/>
                </a:lnTo>
                <a:lnTo>
                  <a:pt x="1135189" y="1416081"/>
                </a:lnTo>
                <a:lnTo>
                  <a:pt x="1135189" y="1495139"/>
                </a:lnTo>
                <a:lnTo>
                  <a:pt x="1063847" y="1495139"/>
                </a:lnTo>
                <a:close/>
                <a:moveTo>
                  <a:pt x="769238" y="1226248"/>
                </a:moveTo>
                <a:lnTo>
                  <a:pt x="840580" y="1226248"/>
                </a:lnTo>
                <a:lnTo>
                  <a:pt x="840580" y="1383887"/>
                </a:lnTo>
                <a:cubicBezTo>
                  <a:pt x="840580" y="1398650"/>
                  <a:pt x="844009" y="1410747"/>
                  <a:pt x="850867" y="1420177"/>
                </a:cubicBezTo>
                <a:cubicBezTo>
                  <a:pt x="857725" y="1429607"/>
                  <a:pt x="869060" y="1434274"/>
                  <a:pt x="884967" y="1434274"/>
                </a:cubicBezTo>
                <a:cubicBezTo>
                  <a:pt x="900874" y="1434274"/>
                  <a:pt x="912113" y="1429511"/>
                  <a:pt x="918780" y="1419986"/>
                </a:cubicBezTo>
                <a:cubicBezTo>
                  <a:pt x="925543" y="1410461"/>
                  <a:pt x="928877" y="1398460"/>
                  <a:pt x="928877" y="1383887"/>
                </a:cubicBezTo>
                <a:lnTo>
                  <a:pt x="928877" y="1226248"/>
                </a:lnTo>
                <a:lnTo>
                  <a:pt x="1001077" y="1226248"/>
                </a:lnTo>
                <a:lnTo>
                  <a:pt x="1001077" y="1390269"/>
                </a:lnTo>
                <a:cubicBezTo>
                  <a:pt x="1001077" y="1407509"/>
                  <a:pt x="998219" y="1423034"/>
                  <a:pt x="992599" y="1436846"/>
                </a:cubicBezTo>
                <a:cubicBezTo>
                  <a:pt x="986980" y="1450657"/>
                  <a:pt x="978979" y="1462468"/>
                  <a:pt x="968596" y="1472088"/>
                </a:cubicBezTo>
                <a:cubicBezTo>
                  <a:pt x="958214" y="1481708"/>
                  <a:pt x="946022" y="1489138"/>
                  <a:pt x="931925" y="1494282"/>
                </a:cubicBezTo>
                <a:cubicBezTo>
                  <a:pt x="917828" y="1499425"/>
                  <a:pt x="902302" y="1501997"/>
                  <a:pt x="885348" y="1501997"/>
                </a:cubicBezTo>
                <a:cubicBezTo>
                  <a:pt x="868393" y="1501997"/>
                  <a:pt x="852867" y="1499425"/>
                  <a:pt x="838580" y="1494282"/>
                </a:cubicBezTo>
                <a:cubicBezTo>
                  <a:pt x="824292" y="1489233"/>
                  <a:pt x="812005" y="1481899"/>
                  <a:pt x="801718" y="1472279"/>
                </a:cubicBezTo>
                <a:cubicBezTo>
                  <a:pt x="791431" y="1462658"/>
                  <a:pt x="783335" y="1451038"/>
                  <a:pt x="777715" y="1437227"/>
                </a:cubicBezTo>
                <a:cubicBezTo>
                  <a:pt x="772096" y="1423415"/>
                  <a:pt x="769238" y="1407699"/>
                  <a:pt x="769238" y="1390269"/>
                </a:cubicBezTo>
                <a:close/>
                <a:moveTo>
                  <a:pt x="1542383" y="1218628"/>
                </a:moveTo>
                <a:cubicBezTo>
                  <a:pt x="1559337" y="1218628"/>
                  <a:pt x="1574863" y="1222724"/>
                  <a:pt x="1588960" y="1230915"/>
                </a:cubicBezTo>
                <a:cubicBezTo>
                  <a:pt x="1603057" y="1239107"/>
                  <a:pt x="1614011" y="1252156"/>
                  <a:pt x="1621821" y="1270253"/>
                </a:cubicBezTo>
                <a:lnTo>
                  <a:pt x="1572672" y="1298828"/>
                </a:lnTo>
                <a:cubicBezTo>
                  <a:pt x="1570005" y="1292161"/>
                  <a:pt x="1566386" y="1286541"/>
                  <a:pt x="1562004" y="1282065"/>
                </a:cubicBezTo>
                <a:cubicBezTo>
                  <a:pt x="1557623" y="1277588"/>
                  <a:pt x="1551908" y="1275397"/>
                  <a:pt x="1544859" y="1275397"/>
                </a:cubicBezTo>
                <a:cubicBezTo>
                  <a:pt x="1538382" y="1275397"/>
                  <a:pt x="1532953" y="1277302"/>
                  <a:pt x="1528572" y="1281207"/>
                </a:cubicBezTo>
                <a:cubicBezTo>
                  <a:pt x="1524190" y="1285112"/>
                  <a:pt x="1521904" y="1290256"/>
                  <a:pt x="1521904" y="1296733"/>
                </a:cubicBezTo>
                <a:cubicBezTo>
                  <a:pt x="1521904" y="1301305"/>
                  <a:pt x="1523238" y="1305686"/>
                  <a:pt x="1525905" y="1309878"/>
                </a:cubicBezTo>
                <a:cubicBezTo>
                  <a:pt x="1528572" y="1314069"/>
                  <a:pt x="1531429" y="1317878"/>
                  <a:pt x="1534382" y="1321403"/>
                </a:cubicBezTo>
                <a:lnTo>
                  <a:pt x="1591627" y="1388268"/>
                </a:lnTo>
                <a:cubicBezTo>
                  <a:pt x="1596961" y="1382934"/>
                  <a:pt x="1602676" y="1376838"/>
                  <a:pt x="1608772" y="1370171"/>
                </a:cubicBezTo>
                <a:cubicBezTo>
                  <a:pt x="1614773" y="1363408"/>
                  <a:pt x="1621345" y="1356169"/>
                  <a:pt x="1628298" y="1348358"/>
                </a:cubicBezTo>
                <a:lnTo>
                  <a:pt x="1673066" y="1389030"/>
                </a:lnTo>
                <a:cubicBezTo>
                  <a:pt x="1665255" y="1397603"/>
                  <a:pt x="1657826" y="1405604"/>
                  <a:pt x="1650682" y="1413033"/>
                </a:cubicBezTo>
                <a:cubicBezTo>
                  <a:pt x="1643538" y="1420463"/>
                  <a:pt x="1636871" y="1427225"/>
                  <a:pt x="1630775" y="1433417"/>
                </a:cubicBezTo>
                <a:lnTo>
                  <a:pt x="1683162" y="1494662"/>
                </a:lnTo>
                <a:lnTo>
                  <a:pt x="1599342" y="1494662"/>
                </a:lnTo>
                <a:lnTo>
                  <a:pt x="1582769" y="1475327"/>
                </a:lnTo>
                <a:lnTo>
                  <a:pt x="1582674" y="1475708"/>
                </a:lnTo>
                <a:cubicBezTo>
                  <a:pt x="1575435" y="1481042"/>
                  <a:pt x="1568481" y="1485423"/>
                  <a:pt x="1561909" y="1488566"/>
                </a:cubicBezTo>
                <a:cubicBezTo>
                  <a:pt x="1555337" y="1491805"/>
                  <a:pt x="1549050" y="1494377"/>
                  <a:pt x="1542954" y="1496377"/>
                </a:cubicBezTo>
                <a:cubicBezTo>
                  <a:pt x="1536858" y="1498377"/>
                  <a:pt x="1530953" y="1499711"/>
                  <a:pt x="1525047" y="1500378"/>
                </a:cubicBezTo>
                <a:cubicBezTo>
                  <a:pt x="1519142" y="1501044"/>
                  <a:pt x="1513046" y="1501425"/>
                  <a:pt x="1506950" y="1501425"/>
                </a:cubicBezTo>
                <a:cubicBezTo>
                  <a:pt x="1494853" y="1501425"/>
                  <a:pt x="1483328" y="1499711"/>
                  <a:pt x="1472469" y="1496187"/>
                </a:cubicBezTo>
                <a:cubicBezTo>
                  <a:pt x="1461611" y="1492662"/>
                  <a:pt x="1452086" y="1487519"/>
                  <a:pt x="1443894" y="1480661"/>
                </a:cubicBezTo>
                <a:cubicBezTo>
                  <a:pt x="1435703" y="1473803"/>
                  <a:pt x="1429226" y="1465421"/>
                  <a:pt x="1424559" y="1455515"/>
                </a:cubicBezTo>
                <a:cubicBezTo>
                  <a:pt x="1419891" y="1445609"/>
                  <a:pt x="1417510" y="1434179"/>
                  <a:pt x="1417510" y="1421225"/>
                </a:cubicBezTo>
                <a:cubicBezTo>
                  <a:pt x="1417510" y="1404556"/>
                  <a:pt x="1421796" y="1389030"/>
                  <a:pt x="1430369" y="1374648"/>
                </a:cubicBezTo>
                <a:cubicBezTo>
                  <a:pt x="1438941" y="1360265"/>
                  <a:pt x="1451610" y="1348358"/>
                  <a:pt x="1468278" y="1338929"/>
                </a:cubicBezTo>
                <a:cubicBezTo>
                  <a:pt x="1462087" y="1329499"/>
                  <a:pt x="1458277" y="1321212"/>
                  <a:pt x="1456753" y="1313878"/>
                </a:cubicBezTo>
                <a:cubicBezTo>
                  <a:pt x="1455324" y="1306639"/>
                  <a:pt x="1454562" y="1299876"/>
                  <a:pt x="1454562" y="1293685"/>
                </a:cubicBezTo>
                <a:cubicBezTo>
                  <a:pt x="1454562" y="1283207"/>
                  <a:pt x="1456753" y="1273492"/>
                  <a:pt x="1461039" y="1264443"/>
                </a:cubicBezTo>
                <a:cubicBezTo>
                  <a:pt x="1465326" y="1255395"/>
                  <a:pt x="1471422" y="1247489"/>
                  <a:pt x="1479137" y="1240631"/>
                </a:cubicBezTo>
                <a:cubicBezTo>
                  <a:pt x="1486852" y="1233773"/>
                  <a:pt x="1496187" y="1228439"/>
                  <a:pt x="1506950" y="1224533"/>
                </a:cubicBezTo>
                <a:cubicBezTo>
                  <a:pt x="1517713" y="1220628"/>
                  <a:pt x="1529524" y="1218628"/>
                  <a:pt x="1542383" y="1218628"/>
                </a:cubicBezTo>
                <a:close/>
                <a:moveTo>
                  <a:pt x="95" y="709898"/>
                </a:moveTo>
                <a:lnTo>
                  <a:pt x="177546" y="709898"/>
                </a:lnTo>
                <a:lnTo>
                  <a:pt x="177546" y="887349"/>
                </a:lnTo>
                <a:lnTo>
                  <a:pt x="95" y="887349"/>
                </a:lnTo>
                <a:close/>
                <a:moveTo>
                  <a:pt x="0" y="354901"/>
                </a:moveTo>
                <a:lnTo>
                  <a:pt x="532543" y="354901"/>
                </a:lnTo>
                <a:lnTo>
                  <a:pt x="532543" y="532352"/>
                </a:lnTo>
                <a:lnTo>
                  <a:pt x="0" y="532352"/>
                </a:lnTo>
                <a:close/>
                <a:moveTo>
                  <a:pt x="3359657" y="340900"/>
                </a:moveTo>
                <a:cubicBezTo>
                  <a:pt x="3332320" y="340900"/>
                  <a:pt x="3308032" y="345377"/>
                  <a:pt x="3286791" y="354330"/>
                </a:cubicBezTo>
                <a:cubicBezTo>
                  <a:pt x="3265550" y="363283"/>
                  <a:pt x="3247929" y="374618"/>
                  <a:pt x="3233737" y="388334"/>
                </a:cubicBezTo>
                <a:cubicBezTo>
                  <a:pt x="3219544" y="402050"/>
                  <a:pt x="3208686" y="417385"/>
                  <a:pt x="3201161" y="434340"/>
                </a:cubicBezTo>
                <a:cubicBezTo>
                  <a:pt x="3193636" y="451294"/>
                  <a:pt x="3189826" y="468344"/>
                  <a:pt x="3189826" y="485299"/>
                </a:cubicBezTo>
                <a:lnTo>
                  <a:pt x="3515391" y="485299"/>
                </a:lnTo>
                <a:cubicBezTo>
                  <a:pt x="3515391" y="468344"/>
                  <a:pt x="3512057" y="451294"/>
                  <a:pt x="3505485" y="434340"/>
                </a:cubicBezTo>
                <a:cubicBezTo>
                  <a:pt x="3498817" y="417385"/>
                  <a:pt x="3489197" y="402050"/>
                  <a:pt x="3476434" y="388334"/>
                </a:cubicBezTo>
                <a:cubicBezTo>
                  <a:pt x="3463670" y="374618"/>
                  <a:pt x="3447382" y="363283"/>
                  <a:pt x="3427570" y="354330"/>
                </a:cubicBezTo>
                <a:cubicBezTo>
                  <a:pt x="3407758" y="345377"/>
                  <a:pt x="3385184" y="340900"/>
                  <a:pt x="3359657" y="340900"/>
                </a:cubicBezTo>
                <a:close/>
                <a:moveTo>
                  <a:pt x="1150334" y="211455"/>
                </a:moveTo>
                <a:lnTo>
                  <a:pt x="1317402" y="211455"/>
                </a:lnTo>
                <a:lnTo>
                  <a:pt x="1317402" y="625507"/>
                </a:lnTo>
                <a:cubicBezTo>
                  <a:pt x="1317402" y="667988"/>
                  <a:pt x="1328928" y="700754"/>
                  <a:pt x="1352073" y="723900"/>
                </a:cubicBezTo>
                <a:cubicBezTo>
                  <a:pt x="1375219" y="747046"/>
                  <a:pt x="1405128" y="758571"/>
                  <a:pt x="1441989" y="758571"/>
                </a:cubicBezTo>
                <a:cubicBezTo>
                  <a:pt x="1464659" y="758571"/>
                  <a:pt x="1485900" y="754094"/>
                  <a:pt x="1505712" y="745141"/>
                </a:cubicBezTo>
                <a:cubicBezTo>
                  <a:pt x="1525524" y="736187"/>
                  <a:pt x="1542478" y="723614"/>
                  <a:pt x="1556670" y="707612"/>
                </a:cubicBezTo>
                <a:cubicBezTo>
                  <a:pt x="1570863" y="691610"/>
                  <a:pt x="1581912" y="672941"/>
                  <a:pt x="1589913" y="651701"/>
                </a:cubicBezTo>
                <a:cubicBezTo>
                  <a:pt x="1597914" y="630460"/>
                  <a:pt x="1601914" y="607600"/>
                  <a:pt x="1601914" y="583025"/>
                </a:cubicBezTo>
                <a:lnTo>
                  <a:pt x="1601819" y="583025"/>
                </a:lnTo>
                <a:lnTo>
                  <a:pt x="1601819" y="211455"/>
                </a:lnTo>
                <a:lnTo>
                  <a:pt x="1768887" y="211455"/>
                </a:lnTo>
                <a:lnTo>
                  <a:pt x="1768887" y="887349"/>
                </a:lnTo>
                <a:lnTo>
                  <a:pt x="1608963" y="887349"/>
                </a:lnTo>
                <a:lnTo>
                  <a:pt x="1604772" y="812292"/>
                </a:lnTo>
                <a:cubicBezTo>
                  <a:pt x="1596294" y="821722"/>
                  <a:pt x="1585817" y="831628"/>
                  <a:pt x="1573625" y="842010"/>
                </a:cubicBezTo>
                <a:cubicBezTo>
                  <a:pt x="1561338" y="852392"/>
                  <a:pt x="1547145" y="862108"/>
                  <a:pt x="1531143" y="871061"/>
                </a:cubicBezTo>
                <a:cubicBezTo>
                  <a:pt x="1515046" y="880110"/>
                  <a:pt x="1496663" y="887349"/>
                  <a:pt x="1475898" y="893064"/>
                </a:cubicBezTo>
                <a:cubicBezTo>
                  <a:pt x="1455134" y="898684"/>
                  <a:pt x="1431512" y="901541"/>
                  <a:pt x="1405128" y="901541"/>
                </a:cubicBezTo>
                <a:cubicBezTo>
                  <a:pt x="1322070" y="901541"/>
                  <a:pt x="1258824" y="876776"/>
                  <a:pt x="1215485" y="827246"/>
                </a:cubicBezTo>
                <a:cubicBezTo>
                  <a:pt x="1172051" y="777716"/>
                  <a:pt x="1150334" y="710946"/>
                  <a:pt x="1150334" y="626936"/>
                </a:cubicBezTo>
                <a:close/>
                <a:moveTo>
                  <a:pt x="4175664" y="202882"/>
                </a:moveTo>
                <a:cubicBezTo>
                  <a:pt x="4191666" y="202882"/>
                  <a:pt x="4206049" y="203834"/>
                  <a:pt x="4218813" y="205739"/>
                </a:cubicBezTo>
                <a:lnTo>
                  <a:pt x="4218908" y="205739"/>
                </a:lnTo>
                <a:cubicBezTo>
                  <a:pt x="4231672" y="207645"/>
                  <a:pt x="4244625" y="210978"/>
                  <a:pt x="4257865" y="215645"/>
                </a:cubicBezTo>
                <a:lnTo>
                  <a:pt x="4223861" y="372808"/>
                </a:lnTo>
                <a:cubicBezTo>
                  <a:pt x="4212526" y="368045"/>
                  <a:pt x="4201001" y="364807"/>
                  <a:pt x="4189190" y="362902"/>
                </a:cubicBezTo>
                <a:cubicBezTo>
                  <a:pt x="4177379" y="360997"/>
                  <a:pt x="4163473" y="360045"/>
                  <a:pt x="4147471" y="360045"/>
                </a:cubicBezTo>
                <a:cubicBezTo>
                  <a:pt x="4124801" y="360045"/>
                  <a:pt x="4103084" y="363854"/>
                  <a:pt x="4082320" y="371379"/>
                </a:cubicBezTo>
                <a:cubicBezTo>
                  <a:pt x="4061555" y="378999"/>
                  <a:pt x="4043553" y="389762"/>
                  <a:pt x="4028503" y="403955"/>
                </a:cubicBezTo>
                <a:cubicBezTo>
                  <a:pt x="4013359" y="418147"/>
                  <a:pt x="4001357" y="435101"/>
                  <a:pt x="3992404" y="454913"/>
                </a:cubicBezTo>
                <a:cubicBezTo>
                  <a:pt x="3983450" y="474725"/>
                  <a:pt x="3978973" y="496919"/>
                  <a:pt x="3978973" y="521398"/>
                </a:cubicBezTo>
                <a:lnTo>
                  <a:pt x="3978973" y="887349"/>
                </a:lnTo>
                <a:lnTo>
                  <a:pt x="3811905" y="887349"/>
                </a:lnTo>
                <a:lnTo>
                  <a:pt x="3811905" y="211454"/>
                </a:lnTo>
                <a:lnTo>
                  <a:pt x="3971925" y="211454"/>
                </a:lnTo>
                <a:lnTo>
                  <a:pt x="3976116" y="299180"/>
                </a:lnTo>
                <a:cubicBezTo>
                  <a:pt x="3983641" y="289750"/>
                  <a:pt x="3993356" y="279368"/>
                  <a:pt x="4005167" y="268033"/>
                </a:cubicBezTo>
                <a:cubicBezTo>
                  <a:pt x="4016883" y="256698"/>
                  <a:pt x="4030885" y="246316"/>
                  <a:pt x="4046887" y="236886"/>
                </a:cubicBezTo>
                <a:cubicBezTo>
                  <a:pt x="4062889" y="227456"/>
                  <a:pt x="4081558" y="219455"/>
                  <a:pt x="4102798" y="212788"/>
                </a:cubicBezTo>
                <a:cubicBezTo>
                  <a:pt x="4123944" y="206216"/>
                  <a:pt x="4148233" y="202882"/>
                  <a:pt x="4175664" y="202882"/>
                </a:cubicBezTo>
                <a:close/>
                <a:moveTo>
                  <a:pt x="3359753" y="200787"/>
                </a:moveTo>
                <a:cubicBezTo>
                  <a:pt x="3420046" y="200787"/>
                  <a:pt x="3471290" y="211836"/>
                  <a:pt x="3513295" y="234029"/>
                </a:cubicBezTo>
                <a:cubicBezTo>
                  <a:pt x="3555301" y="256222"/>
                  <a:pt x="3589019" y="285274"/>
                  <a:pt x="3614546" y="321088"/>
                </a:cubicBezTo>
                <a:lnTo>
                  <a:pt x="3614641" y="321088"/>
                </a:lnTo>
                <a:cubicBezTo>
                  <a:pt x="3640169" y="356997"/>
                  <a:pt x="3658552" y="397478"/>
                  <a:pt x="3669887" y="442817"/>
                </a:cubicBezTo>
                <a:cubicBezTo>
                  <a:pt x="3681221" y="488156"/>
                  <a:pt x="3686841" y="534448"/>
                  <a:pt x="3686841" y="581596"/>
                </a:cubicBezTo>
                <a:lnTo>
                  <a:pt x="3686841" y="605600"/>
                </a:lnTo>
                <a:lnTo>
                  <a:pt x="3191350" y="605600"/>
                </a:lnTo>
                <a:cubicBezTo>
                  <a:pt x="3191350" y="630174"/>
                  <a:pt x="3196780" y="652367"/>
                  <a:pt x="3207638" y="672179"/>
                </a:cubicBezTo>
                <a:cubicBezTo>
                  <a:pt x="3218497" y="691991"/>
                  <a:pt x="3232594" y="708946"/>
                  <a:pt x="3250120" y="723138"/>
                </a:cubicBezTo>
                <a:cubicBezTo>
                  <a:pt x="3267550" y="737330"/>
                  <a:pt x="3287362" y="748189"/>
                  <a:pt x="3309556" y="755713"/>
                </a:cubicBezTo>
                <a:cubicBezTo>
                  <a:pt x="3331749" y="763334"/>
                  <a:pt x="3353656" y="767048"/>
                  <a:pt x="3375373" y="767048"/>
                </a:cubicBezTo>
                <a:cubicBezTo>
                  <a:pt x="3407378" y="767048"/>
                  <a:pt x="3435476" y="764000"/>
                  <a:pt x="3459574" y="757809"/>
                </a:cubicBezTo>
                <a:cubicBezTo>
                  <a:pt x="3483578" y="751713"/>
                  <a:pt x="3504151" y="744569"/>
                  <a:pt x="3521106" y="736568"/>
                </a:cubicBezTo>
                <a:cubicBezTo>
                  <a:pt x="3538061" y="728567"/>
                  <a:pt x="3551967" y="719995"/>
                  <a:pt x="3562825" y="711041"/>
                </a:cubicBezTo>
                <a:cubicBezTo>
                  <a:pt x="3573684" y="702088"/>
                  <a:pt x="3581875" y="694849"/>
                  <a:pt x="3587590" y="689134"/>
                </a:cubicBezTo>
                <a:lnTo>
                  <a:pt x="3678173" y="791051"/>
                </a:lnTo>
                <a:cubicBezTo>
                  <a:pt x="3675316" y="793909"/>
                  <a:pt x="3667600" y="801624"/>
                  <a:pt x="3654837" y="814388"/>
                </a:cubicBezTo>
                <a:cubicBezTo>
                  <a:pt x="3642073" y="827151"/>
                  <a:pt x="3623690" y="840581"/>
                  <a:pt x="3599592" y="854774"/>
                </a:cubicBezTo>
                <a:cubicBezTo>
                  <a:pt x="3575494" y="868871"/>
                  <a:pt x="3544823" y="881634"/>
                  <a:pt x="3507580" y="892969"/>
                </a:cubicBezTo>
                <a:cubicBezTo>
                  <a:pt x="3470338" y="904208"/>
                  <a:pt x="3426713" y="909923"/>
                  <a:pt x="3373849" y="909923"/>
                </a:cubicBezTo>
                <a:cubicBezTo>
                  <a:pt x="3320986" y="909923"/>
                  <a:pt x="3272884" y="900970"/>
                  <a:pt x="3229450" y="883063"/>
                </a:cubicBezTo>
                <a:cubicBezTo>
                  <a:pt x="3186112" y="865156"/>
                  <a:pt x="3149059" y="840391"/>
                  <a:pt x="3118389" y="808768"/>
                </a:cubicBezTo>
                <a:cubicBezTo>
                  <a:pt x="3087719" y="777240"/>
                  <a:pt x="3064096" y="739235"/>
                  <a:pt x="3047618" y="694849"/>
                </a:cubicBezTo>
                <a:cubicBezTo>
                  <a:pt x="3031140" y="650462"/>
                  <a:pt x="3022853" y="601408"/>
                  <a:pt x="3022853" y="547592"/>
                </a:cubicBezTo>
                <a:cubicBezTo>
                  <a:pt x="3022853" y="498538"/>
                  <a:pt x="3031140" y="453009"/>
                  <a:pt x="3047618" y="411004"/>
                </a:cubicBezTo>
                <a:cubicBezTo>
                  <a:pt x="3064096" y="368998"/>
                  <a:pt x="3087242" y="332423"/>
                  <a:pt x="3116960" y="301276"/>
                </a:cubicBezTo>
                <a:cubicBezTo>
                  <a:pt x="3146678" y="270129"/>
                  <a:pt x="3182111" y="245554"/>
                  <a:pt x="3223164" y="227647"/>
                </a:cubicBezTo>
                <a:cubicBezTo>
                  <a:pt x="3264217" y="209740"/>
                  <a:pt x="3309746" y="200787"/>
                  <a:pt x="3359753" y="200787"/>
                </a:cubicBezTo>
                <a:close/>
                <a:moveTo>
                  <a:pt x="2570606" y="285"/>
                </a:moveTo>
                <a:lnTo>
                  <a:pt x="2737675" y="285"/>
                </a:lnTo>
                <a:lnTo>
                  <a:pt x="2737675" y="211454"/>
                </a:lnTo>
                <a:lnTo>
                  <a:pt x="2916078" y="211454"/>
                </a:lnTo>
                <a:lnTo>
                  <a:pt x="2916078" y="355187"/>
                </a:lnTo>
                <a:lnTo>
                  <a:pt x="2737675" y="355187"/>
                </a:lnTo>
                <a:lnTo>
                  <a:pt x="2737675" y="649604"/>
                </a:lnTo>
                <a:cubicBezTo>
                  <a:pt x="2737675" y="687323"/>
                  <a:pt x="2744057" y="716375"/>
                  <a:pt x="2756820" y="736663"/>
                </a:cubicBezTo>
                <a:cubicBezTo>
                  <a:pt x="2769488" y="756951"/>
                  <a:pt x="2790062" y="767048"/>
                  <a:pt x="2818351" y="767048"/>
                </a:cubicBezTo>
                <a:cubicBezTo>
                  <a:pt x="2844736" y="767048"/>
                  <a:pt x="2865786" y="763333"/>
                  <a:pt x="2881312" y="755713"/>
                </a:cubicBezTo>
                <a:lnTo>
                  <a:pt x="2881407" y="755808"/>
                </a:lnTo>
                <a:cubicBezTo>
                  <a:pt x="2896933" y="748283"/>
                  <a:pt x="2911792" y="739330"/>
                  <a:pt x="2925984" y="728948"/>
                </a:cubicBezTo>
                <a:lnTo>
                  <a:pt x="2996755" y="832294"/>
                </a:lnTo>
                <a:cubicBezTo>
                  <a:pt x="2963703" y="859726"/>
                  <a:pt x="2931128" y="879252"/>
                  <a:pt x="2899124" y="891063"/>
                </a:cubicBezTo>
                <a:cubicBezTo>
                  <a:pt x="2867024" y="902874"/>
                  <a:pt x="2832067" y="908780"/>
                  <a:pt x="2791491" y="908780"/>
                </a:cubicBezTo>
                <a:cubicBezTo>
                  <a:pt x="2750915" y="908780"/>
                  <a:pt x="2716434" y="902874"/>
                  <a:pt x="2688145" y="891063"/>
                </a:cubicBezTo>
                <a:cubicBezTo>
                  <a:pt x="2659856" y="879252"/>
                  <a:pt x="2636900" y="862488"/>
                  <a:pt x="2619470" y="840771"/>
                </a:cubicBezTo>
                <a:cubicBezTo>
                  <a:pt x="2601944" y="819054"/>
                  <a:pt x="2589466" y="792860"/>
                  <a:pt x="2581941" y="762190"/>
                </a:cubicBezTo>
                <a:cubicBezTo>
                  <a:pt x="2574416" y="731519"/>
                  <a:pt x="2570606" y="697801"/>
                  <a:pt x="2570606" y="660939"/>
                </a:cubicBezTo>
                <a:lnTo>
                  <a:pt x="2570606" y="355187"/>
                </a:lnTo>
                <a:lnTo>
                  <a:pt x="2457354" y="355187"/>
                </a:lnTo>
                <a:lnTo>
                  <a:pt x="2457354" y="211454"/>
                </a:lnTo>
                <a:lnTo>
                  <a:pt x="2570606" y="211454"/>
                </a:lnTo>
                <a:close/>
                <a:moveTo>
                  <a:pt x="1997963" y="285"/>
                </a:moveTo>
                <a:lnTo>
                  <a:pt x="2165032" y="285"/>
                </a:lnTo>
                <a:lnTo>
                  <a:pt x="2165032" y="211454"/>
                </a:lnTo>
                <a:lnTo>
                  <a:pt x="2343435" y="211454"/>
                </a:lnTo>
                <a:lnTo>
                  <a:pt x="2343435" y="355187"/>
                </a:lnTo>
                <a:lnTo>
                  <a:pt x="2165032" y="355187"/>
                </a:lnTo>
                <a:lnTo>
                  <a:pt x="2165032" y="649604"/>
                </a:lnTo>
                <a:cubicBezTo>
                  <a:pt x="2165032" y="687323"/>
                  <a:pt x="2171414" y="716375"/>
                  <a:pt x="2184177" y="736663"/>
                </a:cubicBezTo>
                <a:cubicBezTo>
                  <a:pt x="2196845" y="756951"/>
                  <a:pt x="2217419" y="767048"/>
                  <a:pt x="2245708" y="767048"/>
                </a:cubicBezTo>
                <a:cubicBezTo>
                  <a:pt x="2272093" y="767048"/>
                  <a:pt x="2293143" y="763333"/>
                  <a:pt x="2308669" y="755713"/>
                </a:cubicBezTo>
                <a:lnTo>
                  <a:pt x="2308669" y="755808"/>
                </a:lnTo>
                <a:cubicBezTo>
                  <a:pt x="2324195" y="748283"/>
                  <a:pt x="2339149" y="739330"/>
                  <a:pt x="2353246" y="728948"/>
                </a:cubicBezTo>
                <a:lnTo>
                  <a:pt x="2424016" y="832294"/>
                </a:lnTo>
                <a:cubicBezTo>
                  <a:pt x="2390965" y="859726"/>
                  <a:pt x="2358484" y="879252"/>
                  <a:pt x="2326385" y="891063"/>
                </a:cubicBezTo>
                <a:cubicBezTo>
                  <a:pt x="2294286" y="902874"/>
                  <a:pt x="2259424" y="908780"/>
                  <a:pt x="2218848" y="908780"/>
                </a:cubicBezTo>
                <a:cubicBezTo>
                  <a:pt x="2178272" y="908780"/>
                  <a:pt x="2143791" y="902874"/>
                  <a:pt x="2115502" y="891063"/>
                </a:cubicBezTo>
                <a:cubicBezTo>
                  <a:pt x="2087213" y="879252"/>
                  <a:pt x="2064257" y="862488"/>
                  <a:pt x="2046826" y="840771"/>
                </a:cubicBezTo>
                <a:cubicBezTo>
                  <a:pt x="2029300" y="819054"/>
                  <a:pt x="2016823" y="792860"/>
                  <a:pt x="2009298" y="762190"/>
                </a:cubicBezTo>
                <a:cubicBezTo>
                  <a:pt x="2001773" y="731519"/>
                  <a:pt x="1997963" y="697801"/>
                  <a:pt x="1997963" y="660939"/>
                </a:cubicBezTo>
                <a:lnTo>
                  <a:pt x="1997963" y="355187"/>
                </a:lnTo>
                <a:lnTo>
                  <a:pt x="1884711" y="355187"/>
                </a:lnTo>
                <a:lnTo>
                  <a:pt x="1884711" y="211454"/>
                </a:lnTo>
                <a:lnTo>
                  <a:pt x="1997963" y="211454"/>
                </a:lnTo>
                <a:close/>
                <a:moveTo>
                  <a:pt x="4169663" y="190"/>
                </a:moveTo>
                <a:lnTo>
                  <a:pt x="4188618" y="190"/>
                </a:lnTo>
                <a:lnTo>
                  <a:pt x="4211669" y="41624"/>
                </a:lnTo>
                <a:lnTo>
                  <a:pt x="4234147" y="190"/>
                </a:lnTo>
                <a:lnTo>
                  <a:pt x="4253197" y="190"/>
                </a:lnTo>
                <a:lnTo>
                  <a:pt x="4257388" y="88582"/>
                </a:lnTo>
                <a:lnTo>
                  <a:pt x="4237386" y="88582"/>
                </a:lnTo>
                <a:lnTo>
                  <a:pt x="4234814" y="30765"/>
                </a:lnTo>
                <a:lnTo>
                  <a:pt x="4216526" y="65246"/>
                </a:lnTo>
                <a:lnTo>
                  <a:pt x="4206239" y="65246"/>
                </a:lnTo>
                <a:lnTo>
                  <a:pt x="4186808" y="31146"/>
                </a:lnTo>
                <a:lnTo>
                  <a:pt x="4184617" y="88582"/>
                </a:lnTo>
                <a:lnTo>
                  <a:pt x="4165472" y="88582"/>
                </a:lnTo>
                <a:close/>
                <a:moveTo>
                  <a:pt x="4079652" y="190"/>
                </a:moveTo>
                <a:lnTo>
                  <a:pt x="4156900" y="190"/>
                </a:lnTo>
                <a:lnTo>
                  <a:pt x="4156900" y="17811"/>
                </a:lnTo>
                <a:lnTo>
                  <a:pt x="4128420" y="17811"/>
                </a:lnTo>
                <a:lnTo>
                  <a:pt x="4128420" y="88582"/>
                </a:lnTo>
                <a:lnTo>
                  <a:pt x="4108227" y="88582"/>
                </a:lnTo>
                <a:lnTo>
                  <a:pt x="4108227" y="17811"/>
                </a:lnTo>
                <a:lnTo>
                  <a:pt x="4079652" y="17811"/>
                </a:lnTo>
                <a:close/>
                <a:moveTo>
                  <a:pt x="831532" y="190"/>
                </a:moveTo>
                <a:lnTo>
                  <a:pt x="998600" y="190"/>
                </a:lnTo>
                <a:lnTo>
                  <a:pt x="998600" y="887349"/>
                </a:lnTo>
                <a:lnTo>
                  <a:pt x="831532" y="887349"/>
                </a:lnTo>
                <a:close/>
                <a:moveTo>
                  <a:pt x="0" y="0"/>
                </a:moveTo>
                <a:lnTo>
                  <a:pt x="709993" y="0"/>
                </a:lnTo>
                <a:lnTo>
                  <a:pt x="709993" y="177451"/>
                </a:lnTo>
                <a:lnTo>
                  <a:pt x="0" y="17745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76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tombola">
    <p:bg>
      <p:bgPr>
        <a:solidFill>
          <a:srgbClr val="16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text on a black background  AI-generated content may be incorrect.">
            <a:extLst>
              <a:ext uri="{FF2B5EF4-FFF2-40B4-BE49-F238E27FC236}">
                <a16:creationId xmlns:a16="http://schemas.microsoft.com/office/drawing/2014/main" id="{330C5C71-08E7-0E6E-2B53-AF246E4E051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93764" y="5863867"/>
            <a:ext cx="2098236" cy="8131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DAA759-B51B-9643-892A-4AE701AE1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6" y="3348501"/>
            <a:ext cx="7786688" cy="2635250"/>
          </a:xfrm>
          <a:prstGeom prst="rect">
            <a:avLst/>
          </a:prstGeom>
        </p:spPr>
        <p:txBody>
          <a:bodyPr vert="horz" tIns="0" bIns="0" anchor="t">
            <a:normAutofit/>
          </a:bodyPr>
          <a:lstStyle>
            <a:lvl1pPr>
              <a:lnSpc>
                <a:spcPct val="72000"/>
              </a:lnSpc>
              <a:defRPr sz="4800" b="1" i="0" cap="all" baseline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BD471C8-6627-A9D0-3164-1E9EE82AB8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4375" y="1773238"/>
            <a:ext cx="6122989" cy="109768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0" indent="0">
              <a:buNone/>
              <a:defRPr lang="en-US" sz="1600" dirty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171450" lvl="0" indent="-171450">
              <a:spcBef>
                <a:spcPts val="0"/>
              </a:spcBef>
            </a:pPr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427677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F">
    <p:bg>
      <p:bgPr>
        <a:solidFill>
          <a:srgbClr val="FFB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  AI-generated content may be incorrect.">
            <a:extLst>
              <a:ext uri="{FF2B5EF4-FFF2-40B4-BE49-F238E27FC236}">
                <a16:creationId xmlns:a16="http://schemas.microsoft.com/office/drawing/2014/main" id="{4FD288BB-F272-A909-47DF-62AD0B0155E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3279" y="5941863"/>
            <a:ext cx="1936080" cy="598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1ECD06-F5F7-7CF5-9B9B-41E33BE26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6" y="3348501"/>
            <a:ext cx="7786688" cy="2635250"/>
          </a:xfrm>
          <a:prstGeom prst="rect">
            <a:avLst/>
          </a:prstGeom>
        </p:spPr>
        <p:txBody>
          <a:bodyPr vert="horz" tIns="0" bIns="0" anchor="t">
            <a:normAutofit/>
          </a:bodyPr>
          <a:lstStyle>
            <a:lvl1pPr>
              <a:lnSpc>
                <a:spcPct val="72000"/>
              </a:lnSpc>
              <a:defRPr sz="4800" b="1" i="0" cap="all" baseline="0">
                <a:solidFill>
                  <a:srgbClr val="1E1E1E"/>
                </a:solidFill>
                <a:latin typeface="Clash Display Semibold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1DF1B01F-59E5-E7A0-5ED3-CCBF961868E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4375" y="1773238"/>
            <a:ext cx="6122989" cy="109768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0" indent="0">
              <a:buNone/>
              <a:defRPr lang="en-US" sz="1600" dirty="0">
                <a:solidFill>
                  <a:srgbClr val="1E1E1E"/>
                </a:solidFill>
                <a:latin typeface="Clash Display" pitchFamily="2" charset="0"/>
              </a:defRPr>
            </a:lvl1pPr>
          </a:lstStyle>
          <a:p>
            <a:pPr marL="171450" lvl="0" indent="-171450">
              <a:spcBef>
                <a:spcPts val="0"/>
              </a:spcBef>
            </a:pPr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65610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P">
    <p:bg>
      <p:bgPr>
        <a:solidFill>
          <a:srgbClr val="004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white text  AI-generated content may be incorrect.">
            <a:extLst>
              <a:ext uri="{FF2B5EF4-FFF2-40B4-BE49-F238E27FC236}">
                <a16:creationId xmlns:a16="http://schemas.microsoft.com/office/drawing/2014/main" id="{1FC47480-8657-11A4-6591-9644B8AB2BE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0584" y="5243907"/>
            <a:ext cx="3575165" cy="20100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FC9E88-37B5-9649-1C4E-48695A9D1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6" y="3348501"/>
            <a:ext cx="7786688" cy="2635250"/>
          </a:xfrm>
          <a:prstGeom prst="rect">
            <a:avLst/>
          </a:prstGeom>
        </p:spPr>
        <p:txBody>
          <a:bodyPr vert="horz" tIns="0" bIns="0" anchor="t">
            <a:normAutofit/>
          </a:bodyPr>
          <a:lstStyle>
            <a:lvl1pPr>
              <a:lnSpc>
                <a:spcPct val="72000"/>
              </a:lnSpc>
              <a:defRPr sz="4800" b="1" i="0" cap="all" baseline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C1E98ECB-DBA5-22B1-D66D-F4C92664220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4375" y="1773238"/>
            <a:ext cx="6122989" cy="109768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0" indent="0">
              <a:buNone/>
              <a:defRPr lang="en-US" sz="1600" dirty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171450" lvl="0" indent="-171450">
              <a:spcBef>
                <a:spcPts val="0"/>
              </a:spcBef>
            </a:pPr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44142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Sky Bet">
    <p:bg>
      <p:bgPr>
        <a:solidFill>
          <a:srgbClr val="0027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7A97C5D4-F668-5FCF-9BD9-14252360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6" y="3348501"/>
            <a:ext cx="7786688" cy="2635250"/>
          </a:xfrm>
          <a:prstGeom prst="rect">
            <a:avLst/>
          </a:prstGeom>
        </p:spPr>
        <p:txBody>
          <a:bodyPr vert="horz" tIns="0" bIns="0" anchor="t">
            <a:normAutofit/>
          </a:bodyPr>
          <a:lstStyle>
            <a:lvl1pPr>
              <a:lnSpc>
                <a:spcPct val="72000"/>
              </a:lnSpc>
              <a:defRPr sz="4800" b="1" i="0" cap="all" baseline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B8EA94A1-F41B-2890-62CD-144CEBB7D04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4376" y="1773238"/>
            <a:ext cx="6122988" cy="109768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0" indent="0">
              <a:buNone/>
              <a:defRPr lang="en-US" sz="160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171450" lvl="0" indent="-171450">
              <a:spcBef>
                <a:spcPts val="0"/>
              </a:spcBef>
            </a:pPr>
            <a:r>
              <a:rPr lang="en-US"/>
              <a:t>Click to add subtitle</a:t>
            </a:r>
          </a:p>
        </p:txBody>
      </p:sp>
      <p:pic>
        <p:nvPicPr>
          <p:cNvPr id="6" name="Picture 5" descr="A black and white logo  AI-generated content may be incorrect.">
            <a:extLst>
              <a:ext uri="{FF2B5EF4-FFF2-40B4-BE49-F238E27FC236}">
                <a16:creationId xmlns:a16="http://schemas.microsoft.com/office/drawing/2014/main" id="{BC159625-C90C-C116-4162-06002062582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5699" y="6075076"/>
            <a:ext cx="1111034" cy="32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57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Sky Gaming">
    <p:bg>
      <p:bgPr>
        <a:gradFill>
          <a:gsLst>
            <a:gs pos="0">
              <a:srgbClr val="D91117"/>
            </a:gs>
            <a:gs pos="100000">
              <a:srgbClr val="1E4B45"/>
            </a:gs>
            <a:gs pos="66000">
              <a:srgbClr val="1765BC"/>
            </a:gs>
            <a:gs pos="33000">
              <a:srgbClr val="50359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7A97C5D4-F668-5FCF-9BD9-14252360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6" y="3348501"/>
            <a:ext cx="7786688" cy="2635250"/>
          </a:xfrm>
          <a:prstGeom prst="rect">
            <a:avLst/>
          </a:prstGeom>
        </p:spPr>
        <p:txBody>
          <a:bodyPr vert="horz" tIns="0" bIns="0" anchor="t">
            <a:normAutofit/>
          </a:bodyPr>
          <a:lstStyle>
            <a:lvl1pPr>
              <a:lnSpc>
                <a:spcPct val="72000"/>
              </a:lnSpc>
              <a:defRPr sz="4800" b="1" i="0" cap="all" baseline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B8EA94A1-F41B-2890-62CD-144CEBB7D04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4377" y="1773238"/>
            <a:ext cx="6122986" cy="109768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0" indent="0">
              <a:buNone/>
              <a:defRPr lang="en-US" sz="1600" dirty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171450" lvl="0" indent="-171450">
              <a:spcBef>
                <a:spcPts val="0"/>
              </a:spcBef>
            </a:pPr>
            <a:r>
              <a:rPr lang="en-US"/>
              <a:t>Click to add subtitle</a:t>
            </a:r>
          </a:p>
        </p:txBody>
      </p:sp>
      <p:pic>
        <p:nvPicPr>
          <p:cNvPr id="5" name="Picture 4" descr="A black and white logo  AI-generated content may be incorrect.">
            <a:extLst>
              <a:ext uri="{FF2B5EF4-FFF2-40B4-BE49-F238E27FC236}">
                <a16:creationId xmlns:a16="http://schemas.microsoft.com/office/drawing/2014/main" id="{956BC019-8C97-663A-2B23-82246CFD259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8335" y="5536919"/>
            <a:ext cx="2474167" cy="139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349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S">
    <p:bg>
      <p:bgPr>
        <a:solidFill>
          <a:srgbClr val="D7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7A97C5D4-F668-5FCF-9BD9-14252360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6" y="3348501"/>
            <a:ext cx="7786687" cy="2635250"/>
          </a:xfrm>
          <a:prstGeom prst="rect">
            <a:avLst/>
          </a:prstGeom>
        </p:spPr>
        <p:txBody>
          <a:bodyPr vert="horz" tIns="0" bIns="0" anchor="t">
            <a:normAutofit/>
          </a:bodyPr>
          <a:lstStyle>
            <a:lvl1pPr>
              <a:lnSpc>
                <a:spcPct val="72000"/>
              </a:lnSpc>
              <a:defRPr sz="4800" b="1" i="0" cap="all" baseline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B8EA94A1-F41B-2890-62CD-144CEBB7D04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4376" y="1773238"/>
            <a:ext cx="6122988" cy="109768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0" indent="0">
              <a:buNone/>
              <a:defRPr lang="en-US" sz="1600" dirty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171450" lvl="0" indent="-171450">
              <a:spcBef>
                <a:spcPts val="0"/>
              </a:spcBef>
            </a:pPr>
            <a:r>
              <a:rPr lang="en-US"/>
              <a:t>Click to add subtitle</a:t>
            </a:r>
          </a:p>
        </p:txBody>
      </p:sp>
      <p:pic>
        <p:nvPicPr>
          <p:cNvPr id="5" name="Picture 4" descr="A black and white logo  AI-generated content may be incorrect.">
            <a:extLst>
              <a:ext uri="{FF2B5EF4-FFF2-40B4-BE49-F238E27FC236}">
                <a16:creationId xmlns:a16="http://schemas.microsoft.com/office/drawing/2014/main" id="{6BF08B52-3514-24C9-F745-483404D4FBB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8779" y="6034851"/>
            <a:ext cx="1728836" cy="43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5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99DA1C6-0829-38B1-2EF0-5DDA6D1A1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3179B34-1EFF-193D-740C-E0064A3973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000" y="6318000"/>
            <a:ext cx="10964933" cy="360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4418AB-F86F-9A33-694D-AF1FF08069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0175" y="6318000"/>
            <a:ext cx="377825" cy="360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A9F4BE5-9BDD-DA3A-38C0-64E0647086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332000"/>
            <a:ext cx="11484000" cy="47916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6461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ol (blue)">
    <p:bg>
      <p:bgPr>
        <a:gradFill>
          <a:gsLst>
            <a:gs pos="100000">
              <a:schemeClr val="tx2"/>
            </a:gs>
            <a:gs pos="0">
              <a:schemeClr val="accent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C1BD09-EDA9-4447-9676-A38741C7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E81F13-7D99-E98B-AC48-9325B9EF91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000" y="6318000"/>
            <a:ext cx="10964933" cy="3600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79A0AFA-ABE5-5CF9-9A53-1018DC06D5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0175" y="6318000"/>
            <a:ext cx="377825" cy="3600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38FF4FB0-43D8-73D3-D254-792F71DA2B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332000"/>
            <a:ext cx="11484000" cy="47916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353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65608C3-DAC9-AEF4-5D6D-D2E4E56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A5DA0695-5064-8137-D24F-D9E7711CC1F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836000"/>
            <a:ext cx="11484000" cy="428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4AB81B0-E809-0587-83F5-A21A526C11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4000" y="1332000"/>
            <a:ext cx="11484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34192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6F836-072B-84E1-EB53-5E27DE46B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6FDD0601-9AD7-4D92-97CE-6E36ABBC36E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332000"/>
            <a:ext cx="5634000" cy="4788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27BAEB60-5F27-C037-B115-F0C624961B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04000" y="1332000"/>
            <a:ext cx="5634000" cy="4788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2946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0311922-B153-3FE1-F421-7B8B4ED77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EA598826-2A55-045C-738F-F934974FE6D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836000"/>
            <a:ext cx="5634000" cy="428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E8EFDF60-1114-C178-51F4-10E38EDA140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06400" y="1836000"/>
            <a:ext cx="5634000" cy="428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C4E9C5D-D549-944C-F418-89FC789D96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4000" y="1332000"/>
            <a:ext cx="5634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3FCD7A59-5959-025C-887D-4DE6C09A43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06400" y="1332000"/>
            <a:ext cx="5634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691394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FD8286B-AE76-2295-E99A-42FAF4E6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4FA0F209-30AD-B9ED-5D3C-EAA1B7E15B2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332000"/>
            <a:ext cx="3708000" cy="4788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7E24433B-7718-2776-7333-E43AAF3C86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42000" y="1332000"/>
            <a:ext cx="3708000" cy="4788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65168FBF-C9B7-9DB8-D3F8-CC1536CD4A7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0000" y="1332000"/>
            <a:ext cx="3708000" cy="4788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754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F103E58-DC82-98A0-CCB0-C8AE4FF9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027FB87F-4A64-EBDD-F9D6-629E7E249BC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836000"/>
            <a:ext cx="3708000" cy="428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1E4C4957-2DD8-EE45-8859-C87116CCDEAD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42000" y="1836000"/>
            <a:ext cx="3708000" cy="428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2DD3DBFD-AD6E-A40E-E892-428558BA6D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0000" y="1836000"/>
            <a:ext cx="3708000" cy="428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817D6C2-2FAC-9E24-0B90-48C3155A5A5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000" y="1332000"/>
            <a:ext cx="3708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76DFEC7-9BD4-CA94-0DB5-F7427E3E0F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42000" y="1332000"/>
            <a:ext cx="3708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27FCFADD-734F-106B-ECE9-539C4294A0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30000" y="1332000"/>
            <a:ext cx="3708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39843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ow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148C9E9-2904-DB06-E150-D9B162FF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738FD1D9-72F5-670F-F4F0-E203036652A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836000"/>
            <a:ext cx="11484000" cy="176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AF37F647-CD35-95DA-17B0-BEC68A7F183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54000" y="4356000"/>
            <a:ext cx="11484000" cy="176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713F247-C09C-DCA8-9990-7D7AA8226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4000" y="1332000"/>
            <a:ext cx="11484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B006555-A228-5FB1-BC85-8E06E7B1B7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4000" y="3852000"/>
            <a:ext cx="11484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89836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id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1FEB88A-6ACF-9198-249E-279CAEFC2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0000B498-FC89-72CB-DB17-1B522C638F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836000"/>
            <a:ext cx="5634000" cy="176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4ED3A81E-8F52-9715-2DA5-48836897D7D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54000" y="4356000"/>
            <a:ext cx="5634000" cy="176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3685325-EE77-3B6E-73CC-04645C67414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206400" y="1836000"/>
            <a:ext cx="5634000" cy="176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B3DCDF83-61CC-3906-FC69-CCD7465BE61E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206400" y="4356000"/>
            <a:ext cx="5634000" cy="176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1772F2D-A019-0330-5972-562A5C7B17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4000" y="1332000"/>
            <a:ext cx="5634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7ABBC0FF-C3B9-AD9E-F285-9C6188ECD4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06400" y="1332000"/>
            <a:ext cx="5634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CBFA704-B9D5-FF9F-D5AB-3C6B948618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4000" y="3852000"/>
            <a:ext cx="5634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8DD83EC-1F8F-37B4-B0E3-54526FCAA2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400" y="3852000"/>
            <a:ext cx="5634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160945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Grid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A553B87-AD1D-8927-B1E4-C5A33E5CF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268DADC-5A89-709E-22FB-360D3FA9006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836000"/>
            <a:ext cx="3708000" cy="176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1E2ACB69-636A-FD1A-BC5F-BA0338EC56B8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54000" y="4356000"/>
            <a:ext cx="3708000" cy="176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45FDBB0C-94FB-F3C4-8B3F-3019ABB85D4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238400" y="1836000"/>
            <a:ext cx="3708000" cy="176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4FFC5F5F-A405-54F3-21D0-C914CDFEC149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238400" y="4356000"/>
            <a:ext cx="3708000" cy="176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761CDDD2-003F-9908-3217-ED2FD3798953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8126400" y="1836000"/>
            <a:ext cx="3708000" cy="176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152DC947-B173-EFB8-D184-E02160598CAA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8126400" y="4356000"/>
            <a:ext cx="3708000" cy="1764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C2C49A49-DBDF-346A-C6B8-252716D970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4000" y="1332000"/>
            <a:ext cx="37116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25664CA9-0823-C549-B991-3FAF1E404C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4000" y="3852000"/>
            <a:ext cx="37116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A92E18DE-6D19-AAC5-5BD9-49E57385BE2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34800" y="1332000"/>
            <a:ext cx="37116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19B7EE00-9C7B-5E4B-2B19-632C2400D5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34800" y="3852000"/>
            <a:ext cx="37116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D2971B26-6B24-D754-38F3-5062F240F3E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22800" y="1332000"/>
            <a:ext cx="37116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128FCCA6-6AB5-6137-DAF5-FA04D65F742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22800" y="3852000"/>
            <a:ext cx="37116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32717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2/3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DFE2DE6-F5BF-7E04-7CD4-DCE4289C9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DEF2BFE2-F798-DA3C-413A-2BF4C5DCFE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332000"/>
            <a:ext cx="7588800" cy="4788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BC4983E-1AEF-FE19-AA6D-A8CB808558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0000" y="1332000"/>
            <a:ext cx="3708000" cy="47880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778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2/3-1/3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7B779965-AD22-4907-46E8-4984A11F8D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0000" y="1836000"/>
            <a:ext cx="3708000" cy="42876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9AA560B-7B43-45B2-CE23-4E377FD30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E7F6C3C4-703F-5C6C-4FD4-0E951136BEA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836000"/>
            <a:ext cx="7588800" cy="42876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E7C9091C-EB31-7E03-4CDE-D3B37D36A4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4000" y="1332000"/>
            <a:ext cx="75888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025A0275-EF93-50AA-9B39-CBBAD4849C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000" y="1332000"/>
            <a:ext cx="3708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192750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1/3-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28580-291E-5935-EA85-3E6DA30E1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689736E7-48AD-C055-3F25-0373BFAD7DC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7188" y="1332000"/>
            <a:ext cx="3708000" cy="47916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9A998E29-0766-623F-48B8-9CD2B51E51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49200" y="1332000"/>
            <a:ext cx="7588800" cy="47916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6114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1/3-2/3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7B7DF21-8990-7C97-961C-8BA8895A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7E42E3E0-17B0-AC19-FB2B-8386F9238F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7188" y="1836000"/>
            <a:ext cx="3708000" cy="42876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2FD323DC-278F-923E-144E-4FF498FB621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49200" y="1836000"/>
            <a:ext cx="7588800" cy="4287600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AA724614-AC4D-6EB7-7E04-505ADA3A8D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49200" y="1332000"/>
            <a:ext cx="75888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089E4F8-536A-5C4F-EBBD-4834D3326D1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7188" y="1332000"/>
            <a:ext cx="3708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708593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88C620-0980-073D-1DD0-E7F26E18D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02F3AC-3E58-C34E-26CE-7215AF178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65608C3-DAC9-AEF4-5D6D-D2E4E56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1348E5D7-2673-D011-E73D-381D5A5B66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4000" y="1332000"/>
            <a:ext cx="11484000" cy="360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244768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D2F76E-3126-E45A-50CD-8A31707E9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40F8C168-9F90-8ABF-601E-65FA12E822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000" y="6318000"/>
            <a:ext cx="10964933" cy="360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C7EDA8E5-69FF-88C3-6F2E-90C5055FE6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0175" y="6318000"/>
            <a:ext cx="377825" cy="360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53480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blue)">
    <p:bg>
      <p:bgPr>
        <a:gradFill>
          <a:gsLst>
            <a:gs pos="100000">
              <a:schemeClr val="tx2"/>
            </a:gs>
            <a:gs pos="0">
              <a:schemeClr val="accent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4E4F55-24FC-B394-20E0-36255C7B2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63A4712E-B659-8742-DC8B-1D5B4BB5D7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000" y="6318000"/>
            <a:ext cx="10964933" cy="3600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E73EF694-94A7-7159-46E5-C99393B81E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0175" y="6318000"/>
            <a:ext cx="377825" cy="3600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319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wn Hall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9C1A54-2054-A633-1562-124B28DD4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50837"/>
            <a:ext cx="11484000" cy="881063"/>
          </a:xfrm>
          <a:prstGeom prst="rect">
            <a:avLst/>
          </a:prstGeom>
        </p:spPr>
        <p:txBody>
          <a:bodyPr vert="horz" anchor="ctr"/>
          <a:lstStyle>
            <a:lvl1pPr algn="ctr">
              <a:defRPr sz="6600" cap="all" baseline="0">
                <a:solidFill>
                  <a:schemeClr val="tx2"/>
                </a:solidFill>
                <a:latin typeface="Clash Display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20D2DCA-AE26-4E08-DAAC-7363B62159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4000" y="1620000"/>
            <a:ext cx="11484000" cy="4860000"/>
          </a:xfrm>
          <a:prstGeom prst="rect">
            <a:avLst/>
          </a:prstGeom>
        </p:spPr>
        <p:txBody>
          <a:bodyPr>
            <a:noAutofit/>
          </a:bodyPr>
          <a:lstStyle>
            <a:lvl1pPr indent="-252000">
              <a:defRPr sz="2400"/>
            </a:lvl1pPr>
            <a:lvl2pPr marL="540000" indent="-288000">
              <a:defRPr sz="2400"/>
            </a:lvl2pPr>
            <a:lvl3pPr marL="828000" indent="-288000">
              <a:defRPr sz="2400"/>
            </a:lvl3pPr>
            <a:lvl4pPr marL="1116000" indent="-288000">
              <a:defRPr sz="2400"/>
            </a:lvl4pPr>
            <a:lvl5pPr marL="1404000" indent="-288000"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18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wn Hall (dark)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5E612E4-1651-B2C4-8A46-CC74C75D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6571"/>
            <a:ext cx="11484000" cy="937150"/>
          </a:xfrm>
          <a:prstGeom prst="rect">
            <a:avLst/>
          </a:prstGeom>
        </p:spPr>
        <p:txBody>
          <a:bodyPr vert="horz" anchor="ctr"/>
          <a:lstStyle>
            <a:lvl1pPr algn="ctr">
              <a:defRPr sz="6600" cap="all" baseline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CC59D18-79A1-58DB-46C9-F246F0241A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4000" y="1620000"/>
            <a:ext cx="11484000" cy="4860000"/>
          </a:xfrm>
          <a:prstGeom prst="rect">
            <a:avLst/>
          </a:prstGeom>
        </p:spPr>
        <p:txBody>
          <a:bodyPr>
            <a:noAutofit/>
          </a:bodyPr>
          <a:lstStyle>
            <a:lvl1pPr indent="-252000">
              <a:defRPr sz="2400">
                <a:solidFill>
                  <a:schemeClr val="bg1"/>
                </a:solidFill>
              </a:defRPr>
            </a:lvl1pPr>
            <a:lvl2pPr marL="540000" indent="-288000">
              <a:defRPr sz="2400">
                <a:solidFill>
                  <a:schemeClr val="bg1"/>
                </a:solidFill>
              </a:defRPr>
            </a:lvl2pPr>
            <a:lvl3pPr marL="828000" indent="-288000">
              <a:defRPr sz="2400">
                <a:solidFill>
                  <a:schemeClr val="bg1"/>
                </a:solidFill>
              </a:defRPr>
            </a:lvl3pPr>
            <a:lvl4pPr marL="1116000" indent="-288000">
              <a:defRPr sz="2400">
                <a:solidFill>
                  <a:schemeClr val="bg1"/>
                </a:solidFill>
              </a:defRPr>
            </a:lvl4pPr>
            <a:lvl5pPr marL="1404000" indent="-288000"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363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DA4E5EB5-94AC-58C8-E0CB-C2AD5CF9AA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000" y="6318000"/>
            <a:ext cx="10964933" cy="360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859A0D82-8CB6-BF56-CC48-86552D8476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0175" y="6318000"/>
            <a:ext cx="377825" cy="360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67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Blue)">
    <p:bg>
      <p:bgPr>
        <a:gradFill>
          <a:gsLst>
            <a:gs pos="100000">
              <a:schemeClr val="tx2"/>
            </a:gs>
            <a:gs pos="0">
              <a:schemeClr val="accent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8322A9B6-4284-4FAB-86DC-6641171A66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000" y="6318000"/>
            <a:ext cx="10964933" cy="3600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7029FB3B-8C8F-2BA4-C62E-CC6CE0BDCE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0175" y="6318000"/>
            <a:ext cx="377825" cy="3600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324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olding">
    <p:bg>
      <p:bgPr>
        <a:blipFill dpi="0" rotWithShape="1">
          <a:blip r:embed="rId5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EBDC959D-502D-B154-19D5-1FB461DC830A}"/>
              </a:ext>
            </a:extLst>
          </p:cNvPr>
          <p:cNvSpPr>
            <a:spLocks noChangeAspect="1"/>
          </p:cNvSpPr>
          <p:nvPr/>
        </p:nvSpPr>
        <p:spPr>
          <a:xfrm>
            <a:off x="4804026" y="2973805"/>
            <a:ext cx="2580775" cy="910390"/>
          </a:xfrm>
          <a:custGeom>
            <a:avLst/>
            <a:gdLst>
              <a:gd name="connsiteX0" fmla="*/ 1503045 w 4257865"/>
              <a:gd name="connsiteY0" fmla="*/ 1381696 h 1501997"/>
              <a:gd name="connsiteX1" fmla="*/ 1503176 w 4257865"/>
              <a:gd name="connsiteY1" fmla="*/ 1381851 h 1501997"/>
              <a:gd name="connsiteX2" fmla="*/ 1488090 w 4257865"/>
              <a:gd name="connsiteY2" fmla="*/ 1397126 h 1501997"/>
              <a:gd name="connsiteX3" fmla="*/ 1483423 w 4257865"/>
              <a:gd name="connsiteY3" fmla="*/ 1414843 h 1501997"/>
              <a:gd name="connsiteX4" fmla="*/ 1492853 w 4257865"/>
              <a:gd name="connsiteY4" fmla="*/ 1434750 h 1501997"/>
              <a:gd name="connsiteX5" fmla="*/ 1514379 w 4257865"/>
              <a:gd name="connsiteY5" fmla="*/ 1441799 h 1501997"/>
              <a:gd name="connsiteX6" fmla="*/ 1529048 w 4257865"/>
              <a:gd name="connsiteY6" fmla="*/ 1439608 h 1501997"/>
              <a:gd name="connsiteX7" fmla="*/ 1544955 w 4257865"/>
              <a:gd name="connsiteY7" fmla="*/ 1431321 h 1501997"/>
              <a:gd name="connsiteX8" fmla="*/ 1503176 w 4257865"/>
              <a:gd name="connsiteY8" fmla="*/ 1381851 h 1501997"/>
              <a:gd name="connsiteX9" fmla="*/ 1503235 w 4257865"/>
              <a:gd name="connsiteY9" fmla="*/ 1381791 h 1501997"/>
              <a:gd name="connsiteX10" fmla="*/ 2832735 w 4257865"/>
              <a:gd name="connsiteY10" fmla="*/ 1288732 h 1501997"/>
              <a:gd name="connsiteX11" fmla="*/ 2801683 w 4257865"/>
              <a:gd name="connsiteY11" fmla="*/ 1387506 h 1501997"/>
              <a:gd name="connsiteX12" fmla="*/ 2862548 w 4257865"/>
              <a:gd name="connsiteY12" fmla="*/ 1387506 h 1501997"/>
              <a:gd name="connsiteX13" fmla="*/ 3387661 w 4257865"/>
              <a:gd name="connsiteY13" fmla="*/ 1288637 h 1501997"/>
              <a:gd name="connsiteX14" fmla="*/ 3387661 w 4257865"/>
              <a:gd name="connsiteY14" fmla="*/ 1432179 h 1501997"/>
              <a:gd name="connsiteX15" fmla="*/ 3416712 w 4257865"/>
              <a:gd name="connsiteY15" fmla="*/ 1432179 h 1501997"/>
              <a:gd name="connsiteX16" fmla="*/ 3416808 w 4257865"/>
              <a:gd name="connsiteY16" fmla="*/ 1432179 h 1501997"/>
              <a:gd name="connsiteX17" fmla="*/ 3471005 w 4257865"/>
              <a:gd name="connsiteY17" fmla="*/ 1412176 h 1501997"/>
              <a:gd name="connsiteX18" fmla="*/ 3490150 w 4257865"/>
              <a:gd name="connsiteY18" fmla="*/ 1360360 h 1501997"/>
              <a:gd name="connsiteX19" fmla="*/ 3485673 w 4257865"/>
              <a:gd name="connsiteY19" fmla="*/ 1331119 h 1501997"/>
              <a:gd name="connsiteX20" fmla="*/ 3472148 w 4257865"/>
              <a:gd name="connsiteY20" fmla="*/ 1308544 h 1501997"/>
              <a:gd name="connsiteX21" fmla="*/ 3449383 w 4257865"/>
              <a:gd name="connsiteY21" fmla="*/ 1293876 h 1501997"/>
              <a:gd name="connsiteX22" fmla="*/ 3416712 w 4257865"/>
              <a:gd name="connsiteY22" fmla="*/ 1288637 h 1501997"/>
              <a:gd name="connsiteX23" fmla="*/ 2019109 w 4257865"/>
              <a:gd name="connsiteY23" fmla="*/ 1282731 h 1501997"/>
              <a:gd name="connsiteX24" fmla="*/ 2019109 w 4257865"/>
              <a:gd name="connsiteY24" fmla="*/ 1347692 h 1501997"/>
              <a:gd name="connsiteX25" fmla="*/ 2053780 w 4257865"/>
              <a:gd name="connsiteY25" fmla="*/ 1347692 h 1501997"/>
              <a:gd name="connsiteX26" fmla="*/ 2053875 w 4257865"/>
              <a:gd name="connsiteY26" fmla="*/ 1347596 h 1501997"/>
              <a:gd name="connsiteX27" fmla="*/ 2076830 w 4257865"/>
              <a:gd name="connsiteY27" fmla="*/ 1338929 h 1501997"/>
              <a:gd name="connsiteX28" fmla="*/ 2085688 w 4257865"/>
              <a:gd name="connsiteY28" fmla="*/ 1315783 h 1501997"/>
              <a:gd name="connsiteX29" fmla="*/ 2077211 w 4257865"/>
              <a:gd name="connsiteY29" fmla="*/ 1291590 h 1501997"/>
              <a:gd name="connsiteX30" fmla="*/ 2053398 w 4257865"/>
              <a:gd name="connsiteY30" fmla="*/ 1282731 h 1501997"/>
              <a:gd name="connsiteX31" fmla="*/ 3316414 w 4257865"/>
              <a:gd name="connsiteY31" fmla="*/ 1226248 h 1501997"/>
              <a:gd name="connsiteX32" fmla="*/ 3419570 w 4257865"/>
              <a:gd name="connsiteY32" fmla="*/ 1226248 h 1501997"/>
              <a:gd name="connsiteX33" fmla="*/ 3477006 w 4257865"/>
              <a:gd name="connsiteY33" fmla="*/ 1234345 h 1501997"/>
              <a:gd name="connsiteX34" fmla="*/ 3522726 w 4257865"/>
              <a:gd name="connsiteY34" fmla="*/ 1258919 h 1501997"/>
              <a:gd name="connsiteX35" fmla="*/ 3552920 w 4257865"/>
              <a:gd name="connsiteY35" fmla="*/ 1301210 h 1501997"/>
              <a:gd name="connsiteX36" fmla="*/ 3563778 w 4257865"/>
              <a:gd name="connsiteY36" fmla="*/ 1362075 h 1501997"/>
              <a:gd name="connsiteX37" fmla="*/ 3552729 w 4257865"/>
              <a:gd name="connsiteY37" fmla="*/ 1420273 h 1501997"/>
              <a:gd name="connsiteX38" fmla="*/ 3522344 w 4257865"/>
              <a:gd name="connsiteY38" fmla="*/ 1461802 h 1501997"/>
              <a:gd name="connsiteX39" fmla="*/ 3476434 w 4257865"/>
              <a:gd name="connsiteY39" fmla="*/ 1486757 h 1501997"/>
              <a:gd name="connsiteX40" fmla="*/ 3419189 w 4257865"/>
              <a:gd name="connsiteY40" fmla="*/ 1495044 h 1501997"/>
              <a:gd name="connsiteX41" fmla="*/ 3316414 w 4257865"/>
              <a:gd name="connsiteY41" fmla="*/ 1495044 h 1501997"/>
              <a:gd name="connsiteX42" fmla="*/ 3013138 w 4257865"/>
              <a:gd name="connsiteY42" fmla="*/ 1226248 h 1501997"/>
              <a:gd name="connsiteX43" fmla="*/ 3013233 w 4257865"/>
              <a:gd name="connsiteY43" fmla="*/ 1226248 h 1501997"/>
              <a:gd name="connsiteX44" fmla="*/ 3078099 w 4257865"/>
              <a:gd name="connsiteY44" fmla="*/ 1226248 h 1501997"/>
              <a:gd name="connsiteX45" fmla="*/ 3181254 w 4257865"/>
              <a:gd name="connsiteY45" fmla="*/ 1376171 h 1501997"/>
              <a:gd name="connsiteX46" fmla="*/ 3181254 w 4257865"/>
              <a:gd name="connsiteY46" fmla="*/ 1226248 h 1501997"/>
              <a:gd name="connsiteX47" fmla="*/ 3251834 w 4257865"/>
              <a:gd name="connsiteY47" fmla="*/ 1226248 h 1501997"/>
              <a:gd name="connsiteX48" fmla="*/ 3251834 w 4257865"/>
              <a:gd name="connsiteY48" fmla="*/ 1495139 h 1501997"/>
              <a:gd name="connsiteX49" fmla="*/ 3190970 w 4257865"/>
              <a:gd name="connsiteY49" fmla="*/ 1495139 h 1501997"/>
              <a:gd name="connsiteX50" fmla="*/ 3083718 w 4257865"/>
              <a:gd name="connsiteY50" fmla="*/ 1340738 h 1501997"/>
              <a:gd name="connsiteX51" fmla="*/ 3083718 w 4257865"/>
              <a:gd name="connsiteY51" fmla="*/ 1495139 h 1501997"/>
              <a:gd name="connsiteX52" fmla="*/ 3013138 w 4257865"/>
              <a:gd name="connsiteY52" fmla="*/ 1495139 h 1501997"/>
              <a:gd name="connsiteX53" fmla="*/ 2794349 w 4257865"/>
              <a:gd name="connsiteY53" fmla="*/ 1226248 h 1501997"/>
              <a:gd name="connsiteX54" fmla="*/ 2876169 w 4257865"/>
              <a:gd name="connsiteY54" fmla="*/ 1226248 h 1501997"/>
              <a:gd name="connsiteX55" fmla="*/ 2971324 w 4257865"/>
              <a:gd name="connsiteY55" fmla="*/ 1495139 h 1501997"/>
              <a:gd name="connsiteX56" fmla="*/ 2894362 w 4257865"/>
              <a:gd name="connsiteY56" fmla="*/ 1495139 h 1501997"/>
              <a:gd name="connsiteX57" fmla="*/ 2877026 w 4257865"/>
              <a:gd name="connsiteY57" fmla="*/ 1439513 h 1501997"/>
              <a:gd name="connsiteX58" fmla="*/ 2787110 w 4257865"/>
              <a:gd name="connsiteY58" fmla="*/ 1439513 h 1501997"/>
              <a:gd name="connsiteX59" fmla="*/ 2769394 w 4257865"/>
              <a:gd name="connsiteY59" fmla="*/ 1495139 h 1501997"/>
              <a:gd name="connsiteX60" fmla="*/ 2695575 w 4257865"/>
              <a:gd name="connsiteY60" fmla="*/ 1495139 h 1501997"/>
              <a:gd name="connsiteX61" fmla="*/ 2473928 w 4257865"/>
              <a:gd name="connsiteY61" fmla="*/ 1226248 h 1501997"/>
              <a:gd name="connsiteX62" fmla="*/ 2545270 w 4257865"/>
              <a:gd name="connsiteY62" fmla="*/ 1226248 h 1501997"/>
              <a:gd name="connsiteX63" fmla="*/ 2545270 w 4257865"/>
              <a:gd name="connsiteY63" fmla="*/ 1432274 h 1501997"/>
              <a:gd name="connsiteX64" fmla="*/ 2669857 w 4257865"/>
              <a:gd name="connsiteY64" fmla="*/ 1432274 h 1501997"/>
              <a:gd name="connsiteX65" fmla="*/ 2669857 w 4257865"/>
              <a:gd name="connsiteY65" fmla="*/ 1495139 h 1501997"/>
              <a:gd name="connsiteX66" fmla="*/ 2473928 w 4257865"/>
              <a:gd name="connsiteY66" fmla="*/ 1495139 h 1501997"/>
              <a:gd name="connsiteX67" fmla="*/ 2218753 w 4257865"/>
              <a:gd name="connsiteY67" fmla="*/ 1226248 h 1501997"/>
              <a:gd name="connsiteX68" fmla="*/ 2412206 w 4257865"/>
              <a:gd name="connsiteY68" fmla="*/ 1226248 h 1501997"/>
              <a:gd name="connsiteX69" fmla="*/ 2412206 w 4257865"/>
              <a:gd name="connsiteY69" fmla="*/ 1287970 h 1501997"/>
              <a:gd name="connsiteX70" fmla="*/ 2290095 w 4257865"/>
              <a:gd name="connsiteY70" fmla="*/ 1287970 h 1501997"/>
              <a:gd name="connsiteX71" fmla="*/ 2290095 w 4257865"/>
              <a:gd name="connsiteY71" fmla="*/ 1329499 h 1501997"/>
              <a:gd name="connsiteX72" fmla="*/ 2390489 w 4257865"/>
              <a:gd name="connsiteY72" fmla="*/ 1329499 h 1501997"/>
              <a:gd name="connsiteX73" fmla="*/ 2390489 w 4257865"/>
              <a:gd name="connsiteY73" fmla="*/ 1387601 h 1501997"/>
              <a:gd name="connsiteX74" fmla="*/ 2290095 w 4257865"/>
              <a:gd name="connsiteY74" fmla="*/ 1387601 h 1501997"/>
              <a:gd name="connsiteX75" fmla="*/ 2290095 w 4257865"/>
              <a:gd name="connsiteY75" fmla="*/ 1433512 h 1501997"/>
              <a:gd name="connsiteX76" fmla="*/ 2420683 w 4257865"/>
              <a:gd name="connsiteY76" fmla="*/ 1433512 h 1501997"/>
              <a:gd name="connsiteX77" fmla="*/ 2420683 w 4257865"/>
              <a:gd name="connsiteY77" fmla="*/ 1495234 h 1501997"/>
              <a:gd name="connsiteX78" fmla="*/ 2218753 w 4257865"/>
              <a:gd name="connsiteY78" fmla="*/ 1495234 h 1501997"/>
              <a:gd name="connsiteX79" fmla="*/ 2218753 w 4257865"/>
              <a:gd name="connsiteY79" fmla="*/ 1226343 h 1501997"/>
              <a:gd name="connsiteX80" fmla="*/ 1949481 w 4257865"/>
              <a:gd name="connsiteY80" fmla="*/ 1226248 h 1501997"/>
              <a:gd name="connsiteX81" fmla="*/ 2060733 w 4257865"/>
              <a:gd name="connsiteY81" fmla="*/ 1226248 h 1501997"/>
              <a:gd name="connsiteX82" fmla="*/ 2100071 w 4257865"/>
              <a:gd name="connsiteY82" fmla="*/ 1231868 h 1501997"/>
              <a:gd name="connsiteX83" fmla="*/ 2130075 w 4257865"/>
              <a:gd name="connsiteY83" fmla="*/ 1248632 h 1501997"/>
              <a:gd name="connsiteX84" fmla="*/ 2149411 w 4257865"/>
              <a:gd name="connsiteY84" fmla="*/ 1276254 h 1501997"/>
              <a:gd name="connsiteX85" fmla="*/ 2156269 w 4257865"/>
              <a:gd name="connsiteY85" fmla="*/ 1314545 h 1501997"/>
              <a:gd name="connsiteX86" fmla="*/ 2144553 w 4257865"/>
              <a:gd name="connsiteY86" fmla="*/ 1360741 h 1501997"/>
              <a:gd name="connsiteX87" fmla="*/ 2113501 w 4257865"/>
              <a:gd name="connsiteY87" fmla="*/ 1391983 h 1501997"/>
              <a:gd name="connsiteX88" fmla="*/ 2171128 w 4257865"/>
              <a:gd name="connsiteY88" fmla="*/ 1495139 h 1501997"/>
              <a:gd name="connsiteX89" fmla="*/ 2094547 w 4257865"/>
              <a:gd name="connsiteY89" fmla="*/ 1495139 h 1501997"/>
              <a:gd name="connsiteX90" fmla="*/ 2049017 w 4257865"/>
              <a:gd name="connsiteY90" fmla="*/ 1403603 h 1501997"/>
              <a:gd name="connsiteX91" fmla="*/ 2019204 w 4257865"/>
              <a:gd name="connsiteY91" fmla="*/ 1403603 h 1501997"/>
              <a:gd name="connsiteX92" fmla="*/ 2019204 w 4257865"/>
              <a:gd name="connsiteY92" fmla="*/ 1495139 h 1501997"/>
              <a:gd name="connsiteX93" fmla="*/ 1949481 w 4257865"/>
              <a:gd name="connsiteY93" fmla="*/ 1495139 h 1501997"/>
              <a:gd name="connsiteX94" fmla="*/ 1813655 w 4257865"/>
              <a:gd name="connsiteY94" fmla="*/ 1226248 h 1501997"/>
              <a:gd name="connsiteX95" fmla="*/ 1884997 w 4257865"/>
              <a:gd name="connsiteY95" fmla="*/ 1226248 h 1501997"/>
              <a:gd name="connsiteX96" fmla="*/ 1884997 w 4257865"/>
              <a:gd name="connsiteY96" fmla="*/ 1495139 h 1501997"/>
              <a:gd name="connsiteX97" fmla="*/ 1813655 w 4257865"/>
              <a:gd name="connsiteY97" fmla="*/ 1495139 h 1501997"/>
              <a:gd name="connsiteX98" fmla="*/ 1063847 w 4257865"/>
              <a:gd name="connsiteY98" fmla="*/ 1226248 h 1501997"/>
              <a:gd name="connsiteX99" fmla="*/ 1135189 w 4257865"/>
              <a:gd name="connsiteY99" fmla="*/ 1226248 h 1501997"/>
              <a:gd name="connsiteX100" fmla="*/ 1135189 w 4257865"/>
              <a:gd name="connsiteY100" fmla="*/ 1327023 h 1501997"/>
              <a:gd name="connsiteX101" fmla="*/ 1215390 w 4257865"/>
              <a:gd name="connsiteY101" fmla="*/ 1226248 h 1501997"/>
              <a:gd name="connsiteX102" fmla="*/ 1298829 w 4257865"/>
              <a:gd name="connsiteY102" fmla="*/ 1226248 h 1501997"/>
              <a:gd name="connsiteX103" fmla="*/ 1209389 w 4257865"/>
              <a:gd name="connsiteY103" fmla="*/ 1329880 h 1501997"/>
              <a:gd name="connsiteX104" fmla="*/ 1313021 w 4257865"/>
              <a:gd name="connsiteY104" fmla="*/ 1495139 h 1501997"/>
              <a:gd name="connsiteX105" fmla="*/ 1226343 w 4257865"/>
              <a:gd name="connsiteY105" fmla="*/ 1495139 h 1501997"/>
              <a:gd name="connsiteX106" fmla="*/ 1160621 w 4257865"/>
              <a:gd name="connsiteY106" fmla="*/ 1386268 h 1501997"/>
              <a:gd name="connsiteX107" fmla="*/ 1135189 w 4257865"/>
              <a:gd name="connsiteY107" fmla="*/ 1416081 h 1501997"/>
              <a:gd name="connsiteX108" fmla="*/ 1135189 w 4257865"/>
              <a:gd name="connsiteY108" fmla="*/ 1495139 h 1501997"/>
              <a:gd name="connsiteX109" fmla="*/ 1063847 w 4257865"/>
              <a:gd name="connsiteY109" fmla="*/ 1495139 h 1501997"/>
              <a:gd name="connsiteX110" fmla="*/ 769238 w 4257865"/>
              <a:gd name="connsiteY110" fmla="*/ 1226248 h 1501997"/>
              <a:gd name="connsiteX111" fmla="*/ 840580 w 4257865"/>
              <a:gd name="connsiteY111" fmla="*/ 1226248 h 1501997"/>
              <a:gd name="connsiteX112" fmla="*/ 840580 w 4257865"/>
              <a:gd name="connsiteY112" fmla="*/ 1383887 h 1501997"/>
              <a:gd name="connsiteX113" fmla="*/ 850867 w 4257865"/>
              <a:gd name="connsiteY113" fmla="*/ 1420177 h 1501997"/>
              <a:gd name="connsiteX114" fmla="*/ 884967 w 4257865"/>
              <a:gd name="connsiteY114" fmla="*/ 1434274 h 1501997"/>
              <a:gd name="connsiteX115" fmla="*/ 918780 w 4257865"/>
              <a:gd name="connsiteY115" fmla="*/ 1419986 h 1501997"/>
              <a:gd name="connsiteX116" fmla="*/ 928877 w 4257865"/>
              <a:gd name="connsiteY116" fmla="*/ 1383887 h 1501997"/>
              <a:gd name="connsiteX117" fmla="*/ 928877 w 4257865"/>
              <a:gd name="connsiteY117" fmla="*/ 1226248 h 1501997"/>
              <a:gd name="connsiteX118" fmla="*/ 1001077 w 4257865"/>
              <a:gd name="connsiteY118" fmla="*/ 1226248 h 1501997"/>
              <a:gd name="connsiteX119" fmla="*/ 1001077 w 4257865"/>
              <a:gd name="connsiteY119" fmla="*/ 1390269 h 1501997"/>
              <a:gd name="connsiteX120" fmla="*/ 992599 w 4257865"/>
              <a:gd name="connsiteY120" fmla="*/ 1436846 h 1501997"/>
              <a:gd name="connsiteX121" fmla="*/ 968596 w 4257865"/>
              <a:gd name="connsiteY121" fmla="*/ 1472088 h 1501997"/>
              <a:gd name="connsiteX122" fmla="*/ 931925 w 4257865"/>
              <a:gd name="connsiteY122" fmla="*/ 1494282 h 1501997"/>
              <a:gd name="connsiteX123" fmla="*/ 885348 w 4257865"/>
              <a:gd name="connsiteY123" fmla="*/ 1501997 h 1501997"/>
              <a:gd name="connsiteX124" fmla="*/ 838580 w 4257865"/>
              <a:gd name="connsiteY124" fmla="*/ 1494282 h 1501997"/>
              <a:gd name="connsiteX125" fmla="*/ 801718 w 4257865"/>
              <a:gd name="connsiteY125" fmla="*/ 1472279 h 1501997"/>
              <a:gd name="connsiteX126" fmla="*/ 777715 w 4257865"/>
              <a:gd name="connsiteY126" fmla="*/ 1437227 h 1501997"/>
              <a:gd name="connsiteX127" fmla="*/ 769238 w 4257865"/>
              <a:gd name="connsiteY127" fmla="*/ 1390269 h 1501997"/>
              <a:gd name="connsiteX128" fmla="*/ 1542383 w 4257865"/>
              <a:gd name="connsiteY128" fmla="*/ 1218628 h 1501997"/>
              <a:gd name="connsiteX129" fmla="*/ 1588960 w 4257865"/>
              <a:gd name="connsiteY129" fmla="*/ 1230915 h 1501997"/>
              <a:gd name="connsiteX130" fmla="*/ 1621821 w 4257865"/>
              <a:gd name="connsiteY130" fmla="*/ 1270253 h 1501997"/>
              <a:gd name="connsiteX131" fmla="*/ 1572672 w 4257865"/>
              <a:gd name="connsiteY131" fmla="*/ 1298828 h 1501997"/>
              <a:gd name="connsiteX132" fmla="*/ 1562004 w 4257865"/>
              <a:gd name="connsiteY132" fmla="*/ 1282065 h 1501997"/>
              <a:gd name="connsiteX133" fmla="*/ 1544859 w 4257865"/>
              <a:gd name="connsiteY133" fmla="*/ 1275397 h 1501997"/>
              <a:gd name="connsiteX134" fmla="*/ 1528572 w 4257865"/>
              <a:gd name="connsiteY134" fmla="*/ 1281207 h 1501997"/>
              <a:gd name="connsiteX135" fmla="*/ 1521904 w 4257865"/>
              <a:gd name="connsiteY135" fmla="*/ 1296733 h 1501997"/>
              <a:gd name="connsiteX136" fmla="*/ 1525905 w 4257865"/>
              <a:gd name="connsiteY136" fmla="*/ 1309878 h 1501997"/>
              <a:gd name="connsiteX137" fmla="*/ 1534382 w 4257865"/>
              <a:gd name="connsiteY137" fmla="*/ 1321403 h 1501997"/>
              <a:gd name="connsiteX138" fmla="*/ 1591627 w 4257865"/>
              <a:gd name="connsiteY138" fmla="*/ 1388268 h 1501997"/>
              <a:gd name="connsiteX139" fmla="*/ 1608772 w 4257865"/>
              <a:gd name="connsiteY139" fmla="*/ 1370171 h 1501997"/>
              <a:gd name="connsiteX140" fmla="*/ 1628298 w 4257865"/>
              <a:gd name="connsiteY140" fmla="*/ 1348358 h 1501997"/>
              <a:gd name="connsiteX141" fmla="*/ 1673066 w 4257865"/>
              <a:gd name="connsiteY141" fmla="*/ 1389030 h 1501997"/>
              <a:gd name="connsiteX142" fmla="*/ 1650682 w 4257865"/>
              <a:gd name="connsiteY142" fmla="*/ 1413033 h 1501997"/>
              <a:gd name="connsiteX143" fmla="*/ 1630775 w 4257865"/>
              <a:gd name="connsiteY143" fmla="*/ 1433417 h 1501997"/>
              <a:gd name="connsiteX144" fmla="*/ 1683162 w 4257865"/>
              <a:gd name="connsiteY144" fmla="*/ 1494662 h 1501997"/>
              <a:gd name="connsiteX145" fmla="*/ 1599342 w 4257865"/>
              <a:gd name="connsiteY145" fmla="*/ 1494662 h 1501997"/>
              <a:gd name="connsiteX146" fmla="*/ 1582769 w 4257865"/>
              <a:gd name="connsiteY146" fmla="*/ 1475327 h 1501997"/>
              <a:gd name="connsiteX147" fmla="*/ 1582674 w 4257865"/>
              <a:gd name="connsiteY147" fmla="*/ 1475708 h 1501997"/>
              <a:gd name="connsiteX148" fmla="*/ 1561909 w 4257865"/>
              <a:gd name="connsiteY148" fmla="*/ 1488566 h 1501997"/>
              <a:gd name="connsiteX149" fmla="*/ 1542954 w 4257865"/>
              <a:gd name="connsiteY149" fmla="*/ 1496377 h 1501997"/>
              <a:gd name="connsiteX150" fmla="*/ 1525047 w 4257865"/>
              <a:gd name="connsiteY150" fmla="*/ 1500378 h 1501997"/>
              <a:gd name="connsiteX151" fmla="*/ 1506950 w 4257865"/>
              <a:gd name="connsiteY151" fmla="*/ 1501425 h 1501997"/>
              <a:gd name="connsiteX152" fmla="*/ 1472469 w 4257865"/>
              <a:gd name="connsiteY152" fmla="*/ 1496187 h 1501997"/>
              <a:gd name="connsiteX153" fmla="*/ 1443894 w 4257865"/>
              <a:gd name="connsiteY153" fmla="*/ 1480661 h 1501997"/>
              <a:gd name="connsiteX154" fmla="*/ 1424559 w 4257865"/>
              <a:gd name="connsiteY154" fmla="*/ 1455515 h 1501997"/>
              <a:gd name="connsiteX155" fmla="*/ 1417510 w 4257865"/>
              <a:gd name="connsiteY155" fmla="*/ 1421225 h 1501997"/>
              <a:gd name="connsiteX156" fmla="*/ 1430369 w 4257865"/>
              <a:gd name="connsiteY156" fmla="*/ 1374648 h 1501997"/>
              <a:gd name="connsiteX157" fmla="*/ 1468278 w 4257865"/>
              <a:gd name="connsiteY157" fmla="*/ 1338929 h 1501997"/>
              <a:gd name="connsiteX158" fmla="*/ 1456753 w 4257865"/>
              <a:gd name="connsiteY158" fmla="*/ 1313878 h 1501997"/>
              <a:gd name="connsiteX159" fmla="*/ 1454562 w 4257865"/>
              <a:gd name="connsiteY159" fmla="*/ 1293685 h 1501997"/>
              <a:gd name="connsiteX160" fmla="*/ 1461039 w 4257865"/>
              <a:gd name="connsiteY160" fmla="*/ 1264443 h 1501997"/>
              <a:gd name="connsiteX161" fmla="*/ 1479137 w 4257865"/>
              <a:gd name="connsiteY161" fmla="*/ 1240631 h 1501997"/>
              <a:gd name="connsiteX162" fmla="*/ 1506950 w 4257865"/>
              <a:gd name="connsiteY162" fmla="*/ 1224533 h 1501997"/>
              <a:gd name="connsiteX163" fmla="*/ 1542383 w 4257865"/>
              <a:gd name="connsiteY163" fmla="*/ 1218628 h 1501997"/>
              <a:gd name="connsiteX164" fmla="*/ 95 w 4257865"/>
              <a:gd name="connsiteY164" fmla="*/ 709898 h 1501997"/>
              <a:gd name="connsiteX165" fmla="*/ 177546 w 4257865"/>
              <a:gd name="connsiteY165" fmla="*/ 709898 h 1501997"/>
              <a:gd name="connsiteX166" fmla="*/ 177546 w 4257865"/>
              <a:gd name="connsiteY166" fmla="*/ 887349 h 1501997"/>
              <a:gd name="connsiteX167" fmla="*/ 95 w 4257865"/>
              <a:gd name="connsiteY167" fmla="*/ 887349 h 1501997"/>
              <a:gd name="connsiteX168" fmla="*/ 0 w 4257865"/>
              <a:gd name="connsiteY168" fmla="*/ 354901 h 1501997"/>
              <a:gd name="connsiteX169" fmla="*/ 532543 w 4257865"/>
              <a:gd name="connsiteY169" fmla="*/ 354901 h 1501997"/>
              <a:gd name="connsiteX170" fmla="*/ 532543 w 4257865"/>
              <a:gd name="connsiteY170" fmla="*/ 532352 h 1501997"/>
              <a:gd name="connsiteX171" fmla="*/ 0 w 4257865"/>
              <a:gd name="connsiteY171" fmla="*/ 532352 h 1501997"/>
              <a:gd name="connsiteX172" fmla="*/ 3359657 w 4257865"/>
              <a:gd name="connsiteY172" fmla="*/ 340900 h 1501997"/>
              <a:gd name="connsiteX173" fmla="*/ 3286791 w 4257865"/>
              <a:gd name="connsiteY173" fmla="*/ 354330 h 1501997"/>
              <a:gd name="connsiteX174" fmla="*/ 3233737 w 4257865"/>
              <a:gd name="connsiteY174" fmla="*/ 388334 h 1501997"/>
              <a:gd name="connsiteX175" fmla="*/ 3201161 w 4257865"/>
              <a:gd name="connsiteY175" fmla="*/ 434340 h 1501997"/>
              <a:gd name="connsiteX176" fmla="*/ 3189826 w 4257865"/>
              <a:gd name="connsiteY176" fmla="*/ 485299 h 1501997"/>
              <a:gd name="connsiteX177" fmla="*/ 3515391 w 4257865"/>
              <a:gd name="connsiteY177" fmla="*/ 485299 h 1501997"/>
              <a:gd name="connsiteX178" fmla="*/ 3505485 w 4257865"/>
              <a:gd name="connsiteY178" fmla="*/ 434340 h 1501997"/>
              <a:gd name="connsiteX179" fmla="*/ 3476434 w 4257865"/>
              <a:gd name="connsiteY179" fmla="*/ 388334 h 1501997"/>
              <a:gd name="connsiteX180" fmla="*/ 3427570 w 4257865"/>
              <a:gd name="connsiteY180" fmla="*/ 354330 h 1501997"/>
              <a:gd name="connsiteX181" fmla="*/ 3359657 w 4257865"/>
              <a:gd name="connsiteY181" fmla="*/ 340900 h 1501997"/>
              <a:gd name="connsiteX182" fmla="*/ 1150334 w 4257865"/>
              <a:gd name="connsiteY182" fmla="*/ 211455 h 1501997"/>
              <a:gd name="connsiteX183" fmla="*/ 1317402 w 4257865"/>
              <a:gd name="connsiteY183" fmla="*/ 211455 h 1501997"/>
              <a:gd name="connsiteX184" fmla="*/ 1317402 w 4257865"/>
              <a:gd name="connsiteY184" fmla="*/ 625507 h 1501997"/>
              <a:gd name="connsiteX185" fmla="*/ 1352073 w 4257865"/>
              <a:gd name="connsiteY185" fmla="*/ 723900 h 1501997"/>
              <a:gd name="connsiteX186" fmla="*/ 1441989 w 4257865"/>
              <a:gd name="connsiteY186" fmla="*/ 758571 h 1501997"/>
              <a:gd name="connsiteX187" fmla="*/ 1505712 w 4257865"/>
              <a:gd name="connsiteY187" fmla="*/ 745141 h 1501997"/>
              <a:gd name="connsiteX188" fmla="*/ 1556670 w 4257865"/>
              <a:gd name="connsiteY188" fmla="*/ 707612 h 1501997"/>
              <a:gd name="connsiteX189" fmla="*/ 1589913 w 4257865"/>
              <a:gd name="connsiteY189" fmla="*/ 651701 h 1501997"/>
              <a:gd name="connsiteX190" fmla="*/ 1601914 w 4257865"/>
              <a:gd name="connsiteY190" fmla="*/ 583025 h 1501997"/>
              <a:gd name="connsiteX191" fmla="*/ 1601819 w 4257865"/>
              <a:gd name="connsiteY191" fmla="*/ 583025 h 1501997"/>
              <a:gd name="connsiteX192" fmla="*/ 1601819 w 4257865"/>
              <a:gd name="connsiteY192" fmla="*/ 211455 h 1501997"/>
              <a:gd name="connsiteX193" fmla="*/ 1768887 w 4257865"/>
              <a:gd name="connsiteY193" fmla="*/ 211455 h 1501997"/>
              <a:gd name="connsiteX194" fmla="*/ 1768887 w 4257865"/>
              <a:gd name="connsiteY194" fmla="*/ 887349 h 1501997"/>
              <a:gd name="connsiteX195" fmla="*/ 1608963 w 4257865"/>
              <a:gd name="connsiteY195" fmla="*/ 887349 h 1501997"/>
              <a:gd name="connsiteX196" fmla="*/ 1604772 w 4257865"/>
              <a:gd name="connsiteY196" fmla="*/ 812292 h 1501997"/>
              <a:gd name="connsiteX197" fmla="*/ 1573625 w 4257865"/>
              <a:gd name="connsiteY197" fmla="*/ 842010 h 1501997"/>
              <a:gd name="connsiteX198" fmla="*/ 1531143 w 4257865"/>
              <a:gd name="connsiteY198" fmla="*/ 871061 h 1501997"/>
              <a:gd name="connsiteX199" fmla="*/ 1475898 w 4257865"/>
              <a:gd name="connsiteY199" fmla="*/ 893064 h 1501997"/>
              <a:gd name="connsiteX200" fmla="*/ 1405128 w 4257865"/>
              <a:gd name="connsiteY200" fmla="*/ 901541 h 1501997"/>
              <a:gd name="connsiteX201" fmla="*/ 1215485 w 4257865"/>
              <a:gd name="connsiteY201" fmla="*/ 827246 h 1501997"/>
              <a:gd name="connsiteX202" fmla="*/ 1150334 w 4257865"/>
              <a:gd name="connsiteY202" fmla="*/ 626936 h 1501997"/>
              <a:gd name="connsiteX203" fmla="*/ 4175664 w 4257865"/>
              <a:gd name="connsiteY203" fmla="*/ 202882 h 1501997"/>
              <a:gd name="connsiteX204" fmla="*/ 4218813 w 4257865"/>
              <a:gd name="connsiteY204" fmla="*/ 205739 h 1501997"/>
              <a:gd name="connsiteX205" fmla="*/ 4218908 w 4257865"/>
              <a:gd name="connsiteY205" fmla="*/ 205739 h 1501997"/>
              <a:gd name="connsiteX206" fmla="*/ 4257865 w 4257865"/>
              <a:gd name="connsiteY206" fmla="*/ 215645 h 1501997"/>
              <a:gd name="connsiteX207" fmla="*/ 4223861 w 4257865"/>
              <a:gd name="connsiteY207" fmla="*/ 372808 h 1501997"/>
              <a:gd name="connsiteX208" fmla="*/ 4189190 w 4257865"/>
              <a:gd name="connsiteY208" fmla="*/ 362902 h 1501997"/>
              <a:gd name="connsiteX209" fmla="*/ 4147471 w 4257865"/>
              <a:gd name="connsiteY209" fmla="*/ 360045 h 1501997"/>
              <a:gd name="connsiteX210" fmla="*/ 4082320 w 4257865"/>
              <a:gd name="connsiteY210" fmla="*/ 371379 h 1501997"/>
              <a:gd name="connsiteX211" fmla="*/ 4028503 w 4257865"/>
              <a:gd name="connsiteY211" fmla="*/ 403955 h 1501997"/>
              <a:gd name="connsiteX212" fmla="*/ 3992404 w 4257865"/>
              <a:gd name="connsiteY212" fmla="*/ 454913 h 1501997"/>
              <a:gd name="connsiteX213" fmla="*/ 3978973 w 4257865"/>
              <a:gd name="connsiteY213" fmla="*/ 521398 h 1501997"/>
              <a:gd name="connsiteX214" fmla="*/ 3978973 w 4257865"/>
              <a:gd name="connsiteY214" fmla="*/ 887349 h 1501997"/>
              <a:gd name="connsiteX215" fmla="*/ 3811905 w 4257865"/>
              <a:gd name="connsiteY215" fmla="*/ 887349 h 1501997"/>
              <a:gd name="connsiteX216" fmla="*/ 3811905 w 4257865"/>
              <a:gd name="connsiteY216" fmla="*/ 211454 h 1501997"/>
              <a:gd name="connsiteX217" fmla="*/ 3971925 w 4257865"/>
              <a:gd name="connsiteY217" fmla="*/ 211454 h 1501997"/>
              <a:gd name="connsiteX218" fmla="*/ 3976116 w 4257865"/>
              <a:gd name="connsiteY218" fmla="*/ 299180 h 1501997"/>
              <a:gd name="connsiteX219" fmla="*/ 4005167 w 4257865"/>
              <a:gd name="connsiteY219" fmla="*/ 268033 h 1501997"/>
              <a:gd name="connsiteX220" fmla="*/ 4046887 w 4257865"/>
              <a:gd name="connsiteY220" fmla="*/ 236886 h 1501997"/>
              <a:gd name="connsiteX221" fmla="*/ 4102798 w 4257865"/>
              <a:gd name="connsiteY221" fmla="*/ 212788 h 1501997"/>
              <a:gd name="connsiteX222" fmla="*/ 4175664 w 4257865"/>
              <a:gd name="connsiteY222" fmla="*/ 202882 h 1501997"/>
              <a:gd name="connsiteX223" fmla="*/ 3359753 w 4257865"/>
              <a:gd name="connsiteY223" fmla="*/ 200787 h 1501997"/>
              <a:gd name="connsiteX224" fmla="*/ 3513295 w 4257865"/>
              <a:gd name="connsiteY224" fmla="*/ 234029 h 1501997"/>
              <a:gd name="connsiteX225" fmla="*/ 3614546 w 4257865"/>
              <a:gd name="connsiteY225" fmla="*/ 321088 h 1501997"/>
              <a:gd name="connsiteX226" fmla="*/ 3614641 w 4257865"/>
              <a:gd name="connsiteY226" fmla="*/ 321088 h 1501997"/>
              <a:gd name="connsiteX227" fmla="*/ 3669887 w 4257865"/>
              <a:gd name="connsiteY227" fmla="*/ 442817 h 1501997"/>
              <a:gd name="connsiteX228" fmla="*/ 3686841 w 4257865"/>
              <a:gd name="connsiteY228" fmla="*/ 581596 h 1501997"/>
              <a:gd name="connsiteX229" fmla="*/ 3686841 w 4257865"/>
              <a:gd name="connsiteY229" fmla="*/ 605600 h 1501997"/>
              <a:gd name="connsiteX230" fmla="*/ 3191350 w 4257865"/>
              <a:gd name="connsiteY230" fmla="*/ 605600 h 1501997"/>
              <a:gd name="connsiteX231" fmla="*/ 3207638 w 4257865"/>
              <a:gd name="connsiteY231" fmla="*/ 672179 h 1501997"/>
              <a:gd name="connsiteX232" fmla="*/ 3250120 w 4257865"/>
              <a:gd name="connsiteY232" fmla="*/ 723138 h 1501997"/>
              <a:gd name="connsiteX233" fmla="*/ 3309556 w 4257865"/>
              <a:gd name="connsiteY233" fmla="*/ 755713 h 1501997"/>
              <a:gd name="connsiteX234" fmla="*/ 3375373 w 4257865"/>
              <a:gd name="connsiteY234" fmla="*/ 767048 h 1501997"/>
              <a:gd name="connsiteX235" fmla="*/ 3459574 w 4257865"/>
              <a:gd name="connsiteY235" fmla="*/ 757809 h 1501997"/>
              <a:gd name="connsiteX236" fmla="*/ 3521106 w 4257865"/>
              <a:gd name="connsiteY236" fmla="*/ 736568 h 1501997"/>
              <a:gd name="connsiteX237" fmla="*/ 3562825 w 4257865"/>
              <a:gd name="connsiteY237" fmla="*/ 711041 h 1501997"/>
              <a:gd name="connsiteX238" fmla="*/ 3587590 w 4257865"/>
              <a:gd name="connsiteY238" fmla="*/ 689134 h 1501997"/>
              <a:gd name="connsiteX239" fmla="*/ 3678173 w 4257865"/>
              <a:gd name="connsiteY239" fmla="*/ 791051 h 1501997"/>
              <a:gd name="connsiteX240" fmla="*/ 3654837 w 4257865"/>
              <a:gd name="connsiteY240" fmla="*/ 814388 h 1501997"/>
              <a:gd name="connsiteX241" fmla="*/ 3599592 w 4257865"/>
              <a:gd name="connsiteY241" fmla="*/ 854774 h 1501997"/>
              <a:gd name="connsiteX242" fmla="*/ 3507580 w 4257865"/>
              <a:gd name="connsiteY242" fmla="*/ 892969 h 1501997"/>
              <a:gd name="connsiteX243" fmla="*/ 3373849 w 4257865"/>
              <a:gd name="connsiteY243" fmla="*/ 909923 h 1501997"/>
              <a:gd name="connsiteX244" fmla="*/ 3229450 w 4257865"/>
              <a:gd name="connsiteY244" fmla="*/ 883063 h 1501997"/>
              <a:gd name="connsiteX245" fmla="*/ 3118389 w 4257865"/>
              <a:gd name="connsiteY245" fmla="*/ 808768 h 1501997"/>
              <a:gd name="connsiteX246" fmla="*/ 3047618 w 4257865"/>
              <a:gd name="connsiteY246" fmla="*/ 694849 h 1501997"/>
              <a:gd name="connsiteX247" fmla="*/ 3022853 w 4257865"/>
              <a:gd name="connsiteY247" fmla="*/ 547592 h 1501997"/>
              <a:gd name="connsiteX248" fmla="*/ 3047618 w 4257865"/>
              <a:gd name="connsiteY248" fmla="*/ 411004 h 1501997"/>
              <a:gd name="connsiteX249" fmla="*/ 3116960 w 4257865"/>
              <a:gd name="connsiteY249" fmla="*/ 301276 h 1501997"/>
              <a:gd name="connsiteX250" fmla="*/ 3223164 w 4257865"/>
              <a:gd name="connsiteY250" fmla="*/ 227647 h 1501997"/>
              <a:gd name="connsiteX251" fmla="*/ 3359753 w 4257865"/>
              <a:gd name="connsiteY251" fmla="*/ 200787 h 1501997"/>
              <a:gd name="connsiteX252" fmla="*/ 2570606 w 4257865"/>
              <a:gd name="connsiteY252" fmla="*/ 285 h 1501997"/>
              <a:gd name="connsiteX253" fmla="*/ 2737675 w 4257865"/>
              <a:gd name="connsiteY253" fmla="*/ 285 h 1501997"/>
              <a:gd name="connsiteX254" fmla="*/ 2737675 w 4257865"/>
              <a:gd name="connsiteY254" fmla="*/ 211454 h 1501997"/>
              <a:gd name="connsiteX255" fmla="*/ 2916078 w 4257865"/>
              <a:gd name="connsiteY255" fmla="*/ 211454 h 1501997"/>
              <a:gd name="connsiteX256" fmla="*/ 2916078 w 4257865"/>
              <a:gd name="connsiteY256" fmla="*/ 355187 h 1501997"/>
              <a:gd name="connsiteX257" fmla="*/ 2737675 w 4257865"/>
              <a:gd name="connsiteY257" fmla="*/ 355187 h 1501997"/>
              <a:gd name="connsiteX258" fmla="*/ 2737675 w 4257865"/>
              <a:gd name="connsiteY258" fmla="*/ 649604 h 1501997"/>
              <a:gd name="connsiteX259" fmla="*/ 2756820 w 4257865"/>
              <a:gd name="connsiteY259" fmla="*/ 736663 h 1501997"/>
              <a:gd name="connsiteX260" fmla="*/ 2818351 w 4257865"/>
              <a:gd name="connsiteY260" fmla="*/ 767048 h 1501997"/>
              <a:gd name="connsiteX261" fmla="*/ 2881312 w 4257865"/>
              <a:gd name="connsiteY261" fmla="*/ 755713 h 1501997"/>
              <a:gd name="connsiteX262" fmla="*/ 2881407 w 4257865"/>
              <a:gd name="connsiteY262" fmla="*/ 755808 h 1501997"/>
              <a:gd name="connsiteX263" fmla="*/ 2925984 w 4257865"/>
              <a:gd name="connsiteY263" fmla="*/ 728948 h 1501997"/>
              <a:gd name="connsiteX264" fmla="*/ 2996755 w 4257865"/>
              <a:gd name="connsiteY264" fmla="*/ 832294 h 1501997"/>
              <a:gd name="connsiteX265" fmla="*/ 2899124 w 4257865"/>
              <a:gd name="connsiteY265" fmla="*/ 891063 h 1501997"/>
              <a:gd name="connsiteX266" fmla="*/ 2791491 w 4257865"/>
              <a:gd name="connsiteY266" fmla="*/ 908780 h 1501997"/>
              <a:gd name="connsiteX267" fmla="*/ 2688145 w 4257865"/>
              <a:gd name="connsiteY267" fmla="*/ 891063 h 1501997"/>
              <a:gd name="connsiteX268" fmla="*/ 2619470 w 4257865"/>
              <a:gd name="connsiteY268" fmla="*/ 840771 h 1501997"/>
              <a:gd name="connsiteX269" fmla="*/ 2581941 w 4257865"/>
              <a:gd name="connsiteY269" fmla="*/ 762190 h 1501997"/>
              <a:gd name="connsiteX270" fmla="*/ 2570606 w 4257865"/>
              <a:gd name="connsiteY270" fmla="*/ 660939 h 1501997"/>
              <a:gd name="connsiteX271" fmla="*/ 2570606 w 4257865"/>
              <a:gd name="connsiteY271" fmla="*/ 355187 h 1501997"/>
              <a:gd name="connsiteX272" fmla="*/ 2457354 w 4257865"/>
              <a:gd name="connsiteY272" fmla="*/ 355187 h 1501997"/>
              <a:gd name="connsiteX273" fmla="*/ 2457354 w 4257865"/>
              <a:gd name="connsiteY273" fmla="*/ 211454 h 1501997"/>
              <a:gd name="connsiteX274" fmla="*/ 2570606 w 4257865"/>
              <a:gd name="connsiteY274" fmla="*/ 211454 h 1501997"/>
              <a:gd name="connsiteX275" fmla="*/ 1997963 w 4257865"/>
              <a:gd name="connsiteY275" fmla="*/ 285 h 1501997"/>
              <a:gd name="connsiteX276" fmla="*/ 2165032 w 4257865"/>
              <a:gd name="connsiteY276" fmla="*/ 285 h 1501997"/>
              <a:gd name="connsiteX277" fmla="*/ 2165032 w 4257865"/>
              <a:gd name="connsiteY277" fmla="*/ 211454 h 1501997"/>
              <a:gd name="connsiteX278" fmla="*/ 2343435 w 4257865"/>
              <a:gd name="connsiteY278" fmla="*/ 211454 h 1501997"/>
              <a:gd name="connsiteX279" fmla="*/ 2343435 w 4257865"/>
              <a:gd name="connsiteY279" fmla="*/ 355187 h 1501997"/>
              <a:gd name="connsiteX280" fmla="*/ 2165032 w 4257865"/>
              <a:gd name="connsiteY280" fmla="*/ 355187 h 1501997"/>
              <a:gd name="connsiteX281" fmla="*/ 2165032 w 4257865"/>
              <a:gd name="connsiteY281" fmla="*/ 649604 h 1501997"/>
              <a:gd name="connsiteX282" fmla="*/ 2184177 w 4257865"/>
              <a:gd name="connsiteY282" fmla="*/ 736663 h 1501997"/>
              <a:gd name="connsiteX283" fmla="*/ 2245708 w 4257865"/>
              <a:gd name="connsiteY283" fmla="*/ 767048 h 1501997"/>
              <a:gd name="connsiteX284" fmla="*/ 2308669 w 4257865"/>
              <a:gd name="connsiteY284" fmla="*/ 755713 h 1501997"/>
              <a:gd name="connsiteX285" fmla="*/ 2308669 w 4257865"/>
              <a:gd name="connsiteY285" fmla="*/ 755808 h 1501997"/>
              <a:gd name="connsiteX286" fmla="*/ 2353246 w 4257865"/>
              <a:gd name="connsiteY286" fmla="*/ 728948 h 1501997"/>
              <a:gd name="connsiteX287" fmla="*/ 2424016 w 4257865"/>
              <a:gd name="connsiteY287" fmla="*/ 832294 h 1501997"/>
              <a:gd name="connsiteX288" fmla="*/ 2326385 w 4257865"/>
              <a:gd name="connsiteY288" fmla="*/ 891063 h 1501997"/>
              <a:gd name="connsiteX289" fmla="*/ 2218848 w 4257865"/>
              <a:gd name="connsiteY289" fmla="*/ 908780 h 1501997"/>
              <a:gd name="connsiteX290" fmla="*/ 2115502 w 4257865"/>
              <a:gd name="connsiteY290" fmla="*/ 891063 h 1501997"/>
              <a:gd name="connsiteX291" fmla="*/ 2046826 w 4257865"/>
              <a:gd name="connsiteY291" fmla="*/ 840771 h 1501997"/>
              <a:gd name="connsiteX292" fmla="*/ 2009298 w 4257865"/>
              <a:gd name="connsiteY292" fmla="*/ 762190 h 1501997"/>
              <a:gd name="connsiteX293" fmla="*/ 1997963 w 4257865"/>
              <a:gd name="connsiteY293" fmla="*/ 660939 h 1501997"/>
              <a:gd name="connsiteX294" fmla="*/ 1997963 w 4257865"/>
              <a:gd name="connsiteY294" fmla="*/ 355187 h 1501997"/>
              <a:gd name="connsiteX295" fmla="*/ 1884711 w 4257865"/>
              <a:gd name="connsiteY295" fmla="*/ 355187 h 1501997"/>
              <a:gd name="connsiteX296" fmla="*/ 1884711 w 4257865"/>
              <a:gd name="connsiteY296" fmla="*/ 211454 h 1501997"/>
              <a:gd name="connsiteX297" fmla="*/ 1997963 w 4257865"/>
              <a:gd name="connsiteY297" fmla="*/ 211454 h 1501997"/>
              <a:gd name="connsiteX298" fmla="*/ 4169663 w 4257865"/>
              <a:gd name="connsiteY298" fmla="*/ 190 h 1501997"/>
              <a:gd name="connsiteX299" fmla="*/ 4188618 w 4257865"/>
              <a:gd name="connsiteY299" fmla="*/ 190 h 1501997"/>
              <a:gd name="connsiteX300" fmla="*/ 4211669 w 4257865"/>
              <a:gd name="connsiteY300" fmla="*/ 41624 h 1501997"/>
              <a:gd name="connsiteX301" fmla="*/ 4234147 w 4257865"/>
              <a:gd name="connsiteY301" fmla="*/ 190 h 1501997"/>
              <a:gd name="connsiteX302" fmla="*/ 4253197 w 4257865"/>
              <a:gd name="connsiteY302" fmla="*/ 190 h 1501997"/>
              <a:gd name="connsiteX303" fmla="*/ 4257388 w 4257865"/>
              <a:gd name="connsiteY303" fmla="*/ 88582 h 1501997"/>
              <a:gd name="connsiteX304" fmla="*/ 4237386 w 4257865"/>
              <a:gd name="connsiteY304" fmla="*/ 88582 h 1501997"/>
              <a:gd name="connsiteX305" fmla="*/ 4234814 w 4257865"/>
              <a:gd name="connsiteY305" fmla="*/ 30765 h 1501997"/>
              <a:gd name="connsiteX306" fmla="*/ 4216526 w 4257865"/>
              <a:gd name="connsiteY306" fmla="*/ 65246 h 1501997"/>
              <a:gd name="connsiteX307" fmla="*/ 4206239 w 4257865"/>
              <a:gd name="connsiteY307" fmla="*/ 65246 h 1501997"/>
              <a:gd name="connsiteX308" fmla="*/ 4186808 w 4257865"/>
              <a:gd name="connsiteY308" fmla="*/ 31146 h 1501997"/>
              <a:gd name="connsiteX309" fmla="*/ 4184617 w 4257865"/>
              <a:gd name="connsiteY309" fmla="*/ 88582 h 1501997"/>
              <a:gd name="connsiteX310" fmla="*/ 4165472 w 4257865"/>
              <a:gd name="connsiteY310" fmla="*/ 88582 h 1501997"/>
              <a:gd name="connsiteX311" fmla="*/ 4079652 w 4257865"/>
              <a:gd name="connsiteY311" fmla="*/ 190 h 1501997"/>
              <a:gd name="connsiteX312" fmla="*/ 4156900 w 4257865"/>
              <a:gd name="connsiteY312" fmla="*/ 190 h 1501997"/>
              <a:gd name="connsiteX313" fmla="*/ 4156900 w 4257865"/>
              <a:gd name="connsiteY313" fmla="*/ 17811 h 1501997"/>
              <a:gd name="connsiteX314" fmla="*/ 4128420 w 4257865"/>
              <a:gd name="connsiteY314" fmla="*/ 17811 h 1501997"/>
              <a:gd name="connsiteX315" fmla="*/ 4128420 w 4257865"/>
              <a:gd name="connsiteY315" fmla="*/ 88582 h 1501997"/>
              <a:gd name="connsiteX316" fmla="*/ 4108227 w 4257865"/>
              <a:gd name="connsiteY316" fmla="*/ 88582 h 1501997"/>
              <a:gd name="connsiteX317" fmla="*/ 4108227 w 4257865"/>
              <a:gd name="connsiteY317" fmla="*/ 17811 h 1501997"/>
              <a:gd name="connsiteX318" fmla="*/ 4079652 w 4257865"/>
              <a:gd name="connsiteY318" fmla="*/ 17811 h 1501997"/>
              <a:gd name="connsiteX319" fmla="*/ 831532 w 4257865"/>
              <a:gd name="connsiteY319" fmla="*/ 190 h 1501997"/>
              <a:gd name="connsiteX320" fmla="*/ 998600 w 4257865"/>
              <a:gd name="connsiteY320" fmla="*/ 190 h 1501997"/>
              <a:gd name="connsiteX321" fmla="*/ 998600 w 4257865"/>
              <a:gd name="connsiteY321" fmla="*/ 887349 h 1501997"/>
              <a:gd name="connsiteX322" fmla="*/ 831532 w 4257865"/>
              <a:gd name="connsiteY322" fmla="*/ 887349 h 1501997"/>
              <a:gd name="connsiteX323" fmla="*/ 0 w 4257865"/>
              <a:gd name="connsiteY323" fmla="*/ 0 h 1501997"/>
              <a:gd name="connsiteX324" fmla="*/ 709993 w 4257865"/>
              <a:gd name="connsiteY324" fmla="*/ 0 h 1501997"/>
              <a:gd name="connsiteX325" fmla="*/ 709993 w 4257865"/>
              <a:gd name="connsiteY325" fmla="*/ 177451 h 1501997"/>
              <a:gd name="connsiteX326" fmla="*/ 0 w 4257865"/>
              <a:gd name="connsiteY326" fmla="*/ 177451 h 1501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</a:cxnLst>
            <a:rect l="l" t="t" r="r" b="b"/>
            <a:pathLst>
              <a:path w="4257865" h="1501997">
                <a:moveTo>
                  <a:pt x="1503045" y="1381696"/>
                </a:moveTo>
                <a:lnTo>
                  <a:pt x="1503176" y="1381851"/>
                </a:lnTo>
                <a:lnTo>
                  <a:pt x="1488090" y="1397126"/>
                </a:lnTo>
                <a:cubicBezTo>
                  <a:pt x="1485042" y="1402746"/>
                  <a:pt x="1483423" y="1408652"/>
                  <a:pt x="1483423" y="1414843"/>
                </a:cubicBezTo>
                <a:cubicBezTo>
                  <a:pt x="1483423" y="1423416"/>
                  <a:pt x="1486566" y="1430083"/>
                  <a:pt x="1492853" y="1434750"/>
                </a:cubicBezTo>
                <a:cubicBezTo>
                  <a:pt x="1499139" y="1439513"/>
                  <a:pt x="1506378" y="1441799"/>
                  <a:pt x="1514379" y="1441799"/>
                </a:cubicBezTo>
                <a:cubicBezTo>
                  <a:pt x="1519523" y="1441799"/>
                  <a:pt x="1524381" y="1441037"/>
                  <a:pt x="1529048" y="1439608"/>
                </a:cubicBezTo>
                <a:cubicBezTo>
                  <a:pt x="1533715" y="1438179"/>
                  <a:pt x="1539049" y="1435417"/>
                  <a:pt x="1544955" y="1431321"/>
                </a:cubicBezTo>
                <a:lnTo>
                  <a:pt x="1503176" y="1381851"/>
                </a:lnTo>
                <a:lnTo>
                  <a:pt x="1503235" y="1381791"/>
                </a:lnTo>
                <a:close/>
                <a:moveTo>
                  <a:pt x="2832735" y="1288732"/>
                </a:moveTo>
                <a:lnTo>
                  <a:pt x="2801683" y="1387506"/>
                </a:lnTo>
                <a:lnTo>
                  <a:pt x="2862548" y="1387506"/>
                </a:lnTo>
                <a:close/>
                <a:moveTo>
                  <a:pt x="3387661" y="1288637"/>
                </a:moveTo>
                <a:lnTo>
                  <a:pt x="3387661" y="1432179"/>
                </a:lnTo>
                <a:lnTo>
                  <a:pt x="3416712" y="1432179"/>
                </a:lnTo>
                <a:lnTo>
                  <a:pt x="3416808" y="1432179"/>
                </a:lnTo>
                <a:cubicBezTo>
                  <a:pt x="3440144" y="1432179"/>
                  <a:pt x="3458241" y="1425511"/>
                  <a:pt x="3471005" y="1412176"/>
                </a:cubicBezTo>
                <a:cubicBezTo>
                  <a:pt x="3483768" y="1398841"/>
                  <a:pt x="3490150" y="1381601"/>
                  <a:pt x="3490150" y="1360360"/>
                </a:cubicBezTo>
                <a:cubicBezTo>
                  <a:pt x="3490150" y="1349597"/>
                  <a:pt x="3488721" y="1339882"/>
                  <a:pt x="3485673" y="1331119"/>
                </a:cubicBezTo>
                <a:cubicBezTo>
                  <a:pt x="3482720" y="1322356"/>
                  <a:pt x="3478244" y="1314831"/>
                  <a:pt x="3472148" y="1308544"/>
                </a:cubicBezTo>
                <a:cubicBezTo>
                  <a:pt x="3466052" y="1302258"/>
                  <a:pt x="3458527" y="1297305"/>
                  <a:pt x="3449383" y="1293876"/>
                </a:cubicBezTo>
                <a:cubicBezTo>
                  <a:pt x="3440239" y="1290352"/>
                  <a:pt x="3429381" y="1288637"/>
                  <a:pt x="3416712" y="1288637"/>
                </a:cubicBezTo>
                <a:close/>
                <a:moveTo>
                  <a:pt x="2019109" y="1282731"/>
                </a:moveTo>
                <a:lnTo>
                  <a:pt x="2019109" y="1347692"/>
                </a:lnTo>
                <a:lnTo>
                  <a:pt x="2053780" y="1347692"/>
                </a:lnTo>
                <a:lnTo>
                  <a:pt x="2053875" y="1347596"/>
                </a:lnTo>
                <a:cubicBezTo>
                  <a:pt x="2063305" y="1347596"/>
                  <a:pt x="2070925" y="1344739"/>
                  <a:pt x="2076830" y="1338929"/>
                </a:cubicBezTo>
                <a:cubicBezTo>
                  <a:pt x="2082736" y="1333119"/>
                  <a:pt x="2085688" y="1325403"/>
                  <a:pt x="2085688" y="1315783"/>
                </a:cubicBezTo>
                <a:cubicBezTo>
                  <a:pt x="2085688" y="1305591"/>
                  <a:pt x="2082831" y="1297495"/>
                  <a:pt x="2077211" y="1291590"/>
                </a:cubicBezTo>
                <a:cubicBezTo>
                  <a:pt x="2071591" y="1285684"/>
                  <a:pt x="2063590" y="1282731"/>
                  <a:pt x="2053398" y="1282731"/>
                </a:cubicBezTo>
                <a:close/>
                <a:moveTo>
                  <a:pt x="3316414" y="1226248"/>
                </a:moveTo>
                <a:lnTo>
                  <a:pt x="3419570" y="1226248"/>
                </a:lnTo>
                <a:cubicBezTo>
                  <a:pt x="3440239" y="1226248"/>
                  <a:pt x="3459384" y="1228915"/>
                  <a:pt x="3477006" y="1234345"/>
                </a:cubicBezTo>
                <a:cubicBezTo>
                  <a:pt x="3494627" y="1239774"/>
                  <a:pt x="3509867" y="1247870"/>
                  <a:pt x="3522726" y="1258919"/>
                </a:cubicBezTo>
                <a:cubicBezTo>
                  <a:pt x="3535584" y="1269968"/>
                  <a:pt x="3545681" y="1284065"/>
                  <a:pt x="3552920" y="1301210"/>
                </a:cubicBezTo>
                <a:cubicBezTo>
                  <a:pt x="3560159" y="1318355"/>
                  <a:pt x="3563778" y="1338739"/>
                  <a:pt x="3563778" y="1362075"/>
                </a:cubicBezTo>
                <a:cubicBezTo>
                  <a:pt x="3563778" y="1385411"/>
                  <a:pt x="3560064" y="1403794"/>
                  <a:pt x="3552729" y="1420273"/>
                </a:cubicBezTo>
                <a:cubicBezTo>
                  <a:pt x="3545300" y="1436846"/>
                  <a:pt x="3535203" y="1450657"/>
                  <a:pt x="3522344" y="1461802"/>
                </a:cubicBezTo>
                <a:cubicBezTo>
                  <a:pt x="3509486" y="1472946"/>
                  <a:pt x="3494151" y="1481232"/>
                  <a:pt x="3476434" y="1486757"/>
                </a:cubicBezTo>
                <a:cubicBezTo>
                  <a:pt x="3458718" y="1492282"/>
                  <a:pt x="3439572" y="1495044"/>
                  <a:pt x="3419189" y="1495044"/>
                </a:cubicBezTo>
                <a:lnTo>
                  <a:pt x="3316414" y="1495044"/>
                </a:lnTo>
                <a:close/>
                <a:moveTo>
                  <a:pt x="3013138" y="1226248"/>
                </a:moveTo>
                <a:lnTo>
                  <a:pt x="3013233" y="1226248"/>
                </a:lnTo>
                <a:lnTo>
                  <a:pt x="3078099" y="1226248"/>
                </a:lnTo>
                <a:lnTo>
                  <a:pt x="3181254" y="1376171"/>
                </a:lnTo>
                <a:lnTo>
                  <a:pt x="3181254" y="1226248"/>
                </a:lnTo>
                <a:lnTo>
                  <a:pt x="3251834" y="1226248"/>
                </a:lnTo>
                <a:lnTo>
                  <a:pt x="3251834" y="1495139"/>
                </a:lnTo>
                <a:lnTo>
                  <a:pt x="3190970" y="1495139"/>
                </a:lnTo>
                <a:lnTo>
                  <a:pt x="3083718" y="1340738"/>
                </a:lnTo>
                <a:lnTo>
                  <a:pt x="3083718" y="1495139"/>
                </a:lnTo>
                <a:lnTo>
                  <a:pt x="3013138" y="1495139"/>
                </a:lnTo>
                <a:close/>
                <a:moveTo>
                  <a:pt x="2794349" y="1226248"/>
                </a:moveTo>
                <a:lnTo>
                  <a:pt x="2876169" y="1226248"/>
                </a:lnTo>
                <a:lnTo>
                  <a:pt x="2971324" y="1495139"/>
                </a:lnTo>
                <a:lnTo>
                  <a:pt x="2894362" y="1495139"/>
                </a:lnTo>
                <a:lnTo>
                  <a:pt x="2877026" y="1439513"/>
                </a:lnTo>
                <a:lnTo>
                  <a:pt x="2787110" y="1439513"/>
                </a:lnTo>
                <a:lnTo>
                  <a:pt x="2769394" y="1495139"/>
                </a:lnTo>
                <a:lnTo>
                  <a:pt x="2695575" y="1495139"/>
                </a:lnTo>
                <a:close/>
                <a:moveTo>
                  <a:pt x="2473928" y="1226248"/>
                </a:moveTo>
                <a:lnTo>
                  <a:pt x="2545270" y="1226248"/>
                </a:lnTo>
                <a:lnTo>
                  <a:pt x="2545270" y="1432274"/>
                </a:lnTo>
                <a:lnTo>
                  <a:pt x="2669857" y="1432274"/>
                </a:lnTo>
                <a:lnTo>
                  <a:pt x="2669857" y="1495139"/>
                </a:lnTo>
                <a:lnTo>
                  <a:pt x="2473928" y="1495139"/>
                </a:lnTo>
                <a:close/>
                <a:moveTo>
                  <a:pt x="2218753" y="1226248"/>
                </a:moveTo>
                <a:lnTo>
                  <a:pt x="2412206" y="1226248"/>
                </a:lnTo>
                <a:lnTo>
                  <a:pt x="2412206" y="1287970"/>
                </a:lnTo>
                <a:lnTo>
                  <a:pt x="2290095" y="1287970"/>
                </a:lnTo>
                <a:lnTo>
                  <a:pt x="2290095" y="1329499"/>
                </a:lnTo>
                <a:lnTo>
                  <a:pt x="2390489" y="1329499"/>
                </a:lnTo>
                <a:lnTo>
                  <a:pt x="2390489" y="1387601"/>
                </a:lnTo>
                <a:lnTo>
                  <a:pt x="2290095" y="1387601"/>
                </a:lnTo>
                <a:lnTo>
                  <a:pt x="2290095" y="1433512"/>
                </a:lnTo>
                <a:lnTo>
                  <a:pt x="2420683" y="1433512"/>
                </a:lnTo>
                <a:lnTo>
                  <a:pt x="2420683" y="1495234"/>
                </a:lnTo>
                <a:lnTo>
                  <a:pt x="2218753" y="1495234"/>
                </a:lnTo>
                <a:lnTo>
                  <a:pt x="2218753" y="1226343"/>
                </a:lnTo>
                <a:close/>
                <a:moveTo>
                  <a:pt x="1949481" y="1226248"/>
                </a:moveTo>
                <a:lnTo>
                  <a:pt x="2060733" y="1226248"/>
                </a:lnTo>
                <a:cubicBezTo>
                  <a:pt x="2075211" y="1226248"/>
                  <a:pt x="2088355" y="1228153"/>
                  <a:pt x="2100071" y="1231868"/>
                </a:cubicBezTo>
                <a:cubicBezTo>
                  <a:pt x="2111787" y="1235582"/>
                  <a:pt x="2121788" y="1241202"/>
                  <a:pt x="2130075" y="1248632"/>
                </a:cubicBezTo>
                <a:cubicBezTo>
                  <a:pt x="2138362" y="1256061"/>
                  <a:pt x="2144839" y="1265205"/>
                  <a:pt x="2149411" y="1276254"/>
                </a:cubicBezTo>
                <a:cubicBezTo>
                  <a:pt x="2153982" y="1287303"/>
                  <a:pt x="2156269" y="1300067"/>
                  <a:pt x="2156269" y="1314545"/>
                </a:cubicBezTo>
                <a:cubicBezTo>
                  <a:pt x="2156269" y="1332261"/>
                  <a:pt x="2152363" y="1347692"/>
                  <a:pt x="2144553" y="1360741"/>
                </a:cubicBezTo>
                <a:cubicBezTo>
                  <a:pt x="2136742" y="1373790"/>
                  <a:pt x="2126455" y="1384173"/>
                  <a:pt x="2113501" y="1391983"/>
                </a:cubicBezTo>
                <a:lnTo>
                  <a:pt x="2171128" y="1495139"/>
                </a:lnTo>
                <a:lnTo>
                  <a:pt x="2094547" y="1495139"/>
                </a:lnTo>
                <a:lnTo>
                  <a:pt x="2049017" y="1403603"/>
                </a:lnTo>
                <a:lnTo>
                  <a:pt x="2019204" y="1403603"/>
                </a:lnTo>
                <a:lnTo>
                  <a:pt x="2019204" y="1495139"/>
                </a:lnTo>
                <a:lnTo>
                  <a:pt x="1949481" y="1495139"/>
                </a:lnTo>
                <a:close/>
                <a:moveTo>
                  <a:pt x="1813655" y="1226248"/>
                </a:moveTo>
                <a:lnTo>
                  <a:pt x="1884997" y="1226248"/>
                </a:lnTo>
                <a:lnTo>
                  <a:pt x="1884997" y="1495139"/>
                </a:lnTo>
                <a:lnTo>
                  <a:pt x="1813655" y="1495139"/>
                </a:lnTo>
                <a:close/>
                <a:moveTo>
                  <a:pt x="1063847" y="1226248"/>
                </a:moveTo>
                <a:lnTo>
                  <a:pt x="1135189" y="1226248"/>
                </a:lnTo>
                <a:lnTo>
                  <a:pt x="1135189" y="1327023"/>
                </a:lnTo>
                <a:lnTo>
                  <a:pt x="1215390" y="1226248"/>
                </a:lnTo>
                <a:lnTo>
                  <a:pt x="1298829" y="1226248"/>
                </a:lnTo>
                <a:lnTo>
                  <a:pt x="1209389" y="1329880"/>
                </a:lnTo>
                <a:lnTo>
                  <a:pt x="1313021" y="1495139"/>
                </a:lnTo>
                <a:lnTo>
                  <a:pt x="1226343" y="1495139"/>
                </a:lnTo>
                <a:lnTo>
                  <a:pt x="1160621" y="1386268"/>
                </a:lnTo>
                <a:lnTo>
                  <a:pt x="1135189" y="1416081"/>
                </a:lnTo>
                <a:lnTo>
                  <a:pt x="1135189" y="1495139"/>
                </a:lnTo>
                <a:lnTo>
                  <a:pt x="1063847" y="1495139"/>
                </a:lnTo>
                <a:close/>
                <a:moveTo>
                  <a:pt x="769238" y="1226248"/>
                </a:moveTo>
                <a:lnTo>
                  <a:pt x="840580" y="1226248"/>
                </a:lnTo>
                <a:lnTo>
                  <a:pt x="840580" y="1383887"/>
                </a:lnTo>
                <a:cubicBezTo>
                  <a:pt x="840580" y="1398650"/>
                  <a:pt x="844009" y="1410747"/>
                  <a:pt x="850867" y="1420177"/>
                </a:cubicBezTo>
                <a:cubicBezTo>
                  <a:pt x="857725" y="1429607"/>
                  <a:pt x="869060" y="1434274"/>
                  <a:pt x="884967" y="1434274"/>
                </a:cubicBezTo>
                <a:cubicBezTo>
                  <a:pt x="900874" y="1434274"/>
                  <a:pt x="912113" y="1429511"/>
                  <a:pt x="918780" y="1419986"/>
                </a:cubicBezTo>
                <a:cubicBezTo>
                  <a:pt x="925543" y="1410461"/>
                  <a:pt x="928877" y="1398460"/>
                  <a:pt x="928877" y="1383887"/>
                </a:cubicBezTo>
                <a:lnTo>
                  <a:pt x="928877" y="1226248"/>
                </a:lnTo>
                <a:lnTo>
                  <a:pt x="1001077" y="1226248"/>
                </a:lnTo>
                <a:lnTo>
                  <a:pt x="1001077" y="1390269"/>
                </a:lnTo>
                <a:cubicBezTo>
                  <a:pt x="1001077" y="1407509"/>
                  <a:pt x="998219" y="1423034"/>
                  <a:pt x="992599" y="1436846"/>
                </a:cubicBezTo>
                <a:cubicBezTo>
                  <a:pt x="986980" y="1450657"/>
                  <a:pt x="978979" y="1462468"/>
                  <a:pt x="968596" y="1472088"/>
                </a:cubicBezTo>
                <a:cubicBezTo>
                  <a:pt x="958214" y="1481708"/>
                  <a:pt x="946022" y="1489138"/>
                  <a:pt x="931925" y="1494282"/>
                </a:cubicBezTo>
                <a:cubicBezTo>
                  <a:pt x="917828" y="1499425"/>
                  <a:pt x="902302" y="1501997"/>
                  <a:pt x="885348" y="1501997"/>
                </a:cubicBezTo>
                <a:cubicBezTo>
                  <a:pt x="868393" y="1501997"/>
                  <a:pt x="852867" y="1499425"/>
                  <a:pt x="838580" y="1494282"/>
                </a:cubicBezTo>
                <a:cubicBezTo>
                  <a:pt x="824292" y="1489233"/>
                  <a:pt x="812005" y="1481899"/>
                  <a:pt x="801718" y="1472279"/>
                </a:cubicBezTo>
                <a:cubicBezTo>
                  <a:pt x="791431" y="1462658"/>
                  <a:pt x="783335" y="1451038"/>
                  <a:pt x="777715" y="1437227"/>
                </a:cubicBezTo>
                <a:cubicBezTo>
                  <a:pt x="772096" y="1423415"/>
                  <a:pt x="769238" y="1407699"/>
                  <a:pt x="769238" y="1390269"/>
                </a:cubicBezTo>
                <a:close/>
                <a:moveTo>
                  <a:pt x="1542383" y="1218628"/>
                </a:moveTo>
                <a:cubicBezTo>
                  <a:pt x="1559337" y="1218628"/>
                  <a:pt x="1574863" y="1222724"/>
                  <a:pt x="1588960" y="1230915"/>
                </a:cubicBezTo>
                <a:cubicBezTo>
                  <a:pt x="1603057" y="1239107"/>
                  <a:pt x="1614011" y="1252156"/>
                  <a:pt x="1621821" y="1270253"/>
                </a:cubicBezTo>
                <a:lnTo>
                  <a:pt x="1572672" y="1298828"/>
                </a:lnTo>
                <a:cubicBezTo>
                  <a:pt x="1570005" y="1292161"/>
                  <a:pt x="1566386" y="1286541"/>
                  <a:pt x="1562004" y="1282065"/>
                </a:cubicBezTo>
                <a:cubicBezTo>
                  <a:pt x="1557623" y="1277588"/>
                  <a:pt x="1551908" y="1275397"/>
                  <a:pt x="1544859" y="1275397"/>
                </a:cubicBezTo>
                <a:cubicBezTo>
                  <a:pt x="1538382" y="1275397"/>
                  <a:pt x="1532953" y="1277302"/>
                  <a:pt x="1528572" y="1281207"/>
                </a:cubicBezTo>
                <a:cubicBezTo>
                  <a:pt x="1524190" y="1285112"/>
                  <a:pt x="1521904" y="1290256"/>
                  <a:pt x="1521904" y="1296733"/>
                </a:cubicBezTo>
                <a:cubicBezTo>
                  <a:pt x="1521904" y="1301305"/>
                  <a:pt x="1523238" y="1305686"/>
                  <a:pt x="1525905" y="1309878"/>
                </a:cubicBezTo>
                <a:cubicBezTo>
                  <a:pt x="1528572" y="1314069"/>
                  <a:pt x="1531429" y="1317878"/>
                  <a:pt x="1534382" y="1321403"/>
                </a:cubicBezTo>
                <a:lnTo>
                  <a:pt x="1591627" y="1388268"/>
                </a:lnTo>
                <a:cubicBezTo>
                  <a:pt x="1596961" y="1382934"/>
                  <a:pt x="1602676" y="1376838"/>
                  <a:pt x="1608772" y="1370171"/>
                </a:cubicBezTo>
                <a:cubicBezTo>
                  <a:pt x="1614773" y="1363408"/>
                  <a:pt x="1621345" y="1356169"/>
                  <a:pt x="1628298" y="1348358"/>
                </a:cubicBezTo>
                <a:lnTo>
                  <a:pt x="1673066" y="1389030"/>
                </a:lnTo>
                <a:cubicBezTo>
                  <a:pt x="1665255" y="1397603"/>
                  <a:pt x="1657826" y="1405604"/>
                  <a:pt x="1650682" y="1413033"/>
                </a:cubicBezTo>
                <a:cubicBezTo>
                  <a:pt x="1643538" y="1420463"/>
                  <a:pt x="1636871" y="1427225"/>
                  <a:pt x="1630775" y="1433417"/>
                </a:cubicBezTo>
                <a:lnTo>
                  <a:pt x="1683162" y="1494662"/>
                </a:lnTo>
                <a:lnTo>
                  <a:pt x="1599342" y="1494662"/>
                </a:lnTo>
                <a:lnTo>
                  <a:pt x="1582769" y="1475327"/>
                </a:lnTo>
                <a:lnTo>
                  <a:pt x="1582674" y="1475708"/>
                </a:lnTo>
                <a:cubicBezTo>
                  <a:pt x="1575435" y="1481042"/>
                  <a:pt x="1568481" y="1485423"/>
                  <a:pt x="1561909" y="1488566"/>
                </a:cubicBezTo>
                <a:cubicBezTo>
                  <a:pt x="1555337" y="1491805"/>
                  <a:pt x="1549050" y="1494377"/>
                  <a:pt x="1542954" y="1496377"/>
                </a:cubicBezTo>
                <a:cubicBezTo>
                  <a:pt x="1536858" y="1498377"/>
                  <a:pt x="1530953" y="1499711"/>
                  <a:pt x="1525047" y="1500378"/>
                </a:cubicBezTo>
                <a:cubicBezTo>
                  <a:pt x="1519142" y="1501044"/>
                  <a:pt x="1513046" y="1501425"/>
                  <a:pt x="1506950" y="1501425"/>
                </a:cubicBezTo>
                <a:cubicBezTo>
                  <a:pt x="1494853" y="1501425"/>
                  <a:pt x="1483328" y="1499711"/>
                  <a:pt x="1472469" y="1496187"/>
                </a:cubicBezTo>
                <a:cubicBezTo>
                  <a:pt x="1461611" y="1492662"/>
                  <a:pt x="1452086" y="1487519"/>
                  <a:pt x="1443894" y="1480661"/>
                </a:cubicBezTo>
                <a:cubicBezTo>
                  <a:pt x="1435703" y="1473803"/>
                  <a:pt x="1429226" y="1465421"/>
                  <a:pt x="1424559" y="1455515"/>
                </a:cubicBezTo>
                <a:cubicBezTo>
                  <a:pt x="1419891" y="1445609"/>
                  <a:pt x="1417510" y="1434179"/>
                  <a:pt x="1417510" y="1421225"/>
                </a:cubicBezTo>
                <a:cubicBezTo>
                  <a:pt x="1417510" y="1404556"/>
                  <a:pt x="1421796" y="1389030"/>
                  <a:pt x="1430369" y="1374648"/>
                </a:cubicBezTo>
                <a:cubicBezTo>
                  <a:pt x="1438941" y="1360265"/>
                  <a:pt x="1451610" y="1348358"/>
                  <a:pt x="1468278" y="1338929"/>
                </a:cubicBezTo>
                <a:cubicBezTo>
                  <a:pt x="1462087" y="1329499"/>
                  <a:pt x="1458277" y="1321212"/>
                  <a:pt x="1456753" y="1313878"/>
                </a:cubicBezTo>
                <a:cubicBezTo>
                  <a:pt x="1455324" y="1306639"/>
                  <a:pt x="1454562" y="1299876"/>
                  <a:pt x="1454562" y="1293685"/>
                </a:cubicBezTo>
                <a:cubicBezTo>
                  <a:pt x="1454562" y="1283207"/>
                  <a:pt x="1456753" y="1273492"/>
                  <a:pt x="1461039" y="1264443"/>
                </a:cubicBezTo>
                <a:cubicBezTo>
                  <a:pt x="1465326" y="1255395"/>
                  <a:pt x="1471422" y="1247489"/>
                  <a:pt x="1479137" y="1240631"/>
                </a:cubicBezTo>
                <a:cubicBezTo>
                  <a:pt x="1486852" y="1233773"/>
                  <a:pt x="1496187" y="1228439"/>
                  <a:pt x="1506950" y="1224533"/>
                </a:cubicBezTo>
                <a:cubicBezTo>
                  <a:pt x="1517713" y="1220628"/>
                  <a:pt x="1529524" y="1218628"/>
                  <a:pt x="1542383" y="1218628"/>
                </a:cubicBezTo>
                <a:close/>
                <a:moveTo>
                  <a:pt x="95" y="709898"/>
                </a:moveTo>
                <a:lnTo>
                  <a:pt x="177546" y="709898"/>
                </a:lnTo>
                <a:lnTo>
                  <a:pt x="177546" y="887349"/>
                </a:lnTo>
                <a:lnTo>
                  <a:pt x="95" y="887349"/>
                </a:lnTo>
                <a:close/>
                <a:moveTo>
                  <a:pt x="0" y="354901"/>
                </a:moveTo>
                <a:lnTo>
                  <a:pt x="532543" y="354901"/>
                </a:lnTo>
                <a:lnTo>
                  <a:pt x="532543" y="532352"/>
                </a:lnTo>
                <a:lnTo>
                  <a:pt x="0" y="532352"/>
                </a:lnTo>
                <a:close/>
                <a:moveTo>
                  <a:pt x="3359657" y="340900"/>
                </a:moveTo>
                <a:cubicBezTo>
                  <a:pt x="3332320" y="340900"/>
                  <a:pt x="3308032" y="345377"/>
                  <a:pt x="3286791" y="354330"/>
                </a:cubicBezTo>
                <a:cubicBezTo>
                  <a:pt x="3265550" y="363283"/>
                  <a:pt x="3247929" y="374618"/>
                  <a:pt x="3233737" y="388334"/>
                </a:cubicBezTo>
                <a:cubicBezTo>
                  <a:pt x="3219544" y="402050"/>
                  <a:pt x="3208686" y="417385"/>
                  <a:pt x="3201161" y="434340"/>
                </a:cubicBezTo>
                <a:cubicBezTo>
                  <a:pt x="3193636" y="451294"/>
                  <a:pt x="3189826" y="468344"/>
                  <a:pt x="3189826" y="485299"/>
                </a:cubicBezTo>
                <a:lnTo>
                  <a:pt x="3515391" y="485299"/>
                </a:lnTo>
                <a:cubicBezTo>
                  <a:pt x="3515391" y="468344"/>
                  <a:pt x="3512057" y="451294"/>
                  <a:pt x="3505485" y="434340"/>
                </a:cubicBezTo>
                <a:cubicBezTo>
                  <a:pt x="3498817" y="417385"/>
                  <a:pt x="3489197" y="402050"/>
                  <a:pt x="3476434" y="388334"/>
                </a:cubicBezTo>
                <a:cubicBezTo>
                  <a:pt x="3463670" y="374618"/>
                  <a:pt x="3447382" y="363283"/>
                  <a:pt x="3427570" y="354330"/>
                </a:cubicBezTo>
                <a:cubicBezTo>
                  <a:pt x="3407758" y="345377"/>
                  <a:pt x="3385184" y="340900"/>
                  <a:pt x="3359657" y="340900"/>
                </a:cubicBezTo>
                <a:close/>
                <a:moveTo>
                  <a:pt x="1150334" y="211455"/>
                </a:moveTo>
                <a:lnTo>
                  <a:pt x="1317402" y="211455"/>
                </a:lnTo>
                <a:lnTo>
                  <a:pt x="1317402" y="625507"/>
                </a:lnTo>
                <a:cubicBezTo>
                  <a:pt x="1317402" y="667988"/>
                  <a:pt x="1328928" y="700754"/>
                  <a:pt x="1352073" y="723900"/>
                </a:cubicBezTo>
                <a:cubicBezTo>
                  <a:pt x="1375219" y="747046"/>
                  <a:pt x="1405128" y="758571"/>
                  <a:pt x="1441989" y="758571"/>
                </a:cubicBezTo>
                <a:cubicBezTo>
                  <a:pt x="1464659" y="758571"/>
                  <a:pt x="1485900" y="754094"/>
                  <a:pt x="1505712" y="745141"/>
                </a:cubicBezTo>
                <a:cubicBezTo>
                  <a:pt x="1525524" y="736187"/>
                  <a:pt x="1542478" y="723614"/>
                  <a:pt x="1556670" y="707612"/>
                </a:cubicBezTo>
                <a:cubicBezTo>
                  <a:pt x="1570863" y="691610"/>
                  <a:pt x="1581912" y="672941"/>
                  <a:pt x="1589913" y="651701"/>
                </a:cubicBezTo>
                <a:cubicBezTo>
                  <a:pt x="1597914" y="630460"/>
                  <a:pt x="1601914" y="607600"/>
                  <a:pt x="1601914" y="583025"/>
                </a:cubicBezTo>
                <a:lnTo>
                  <a:pt x="1601819" y="583025"/>
                </a:lnTo>
                <a:lnTo>
                  <a:pt x="1601819" y="211455"/>
                </a:lnTo>
                <a:lnTo>
                  <a:pt x="1768887" y="211455"/>
                </a:lnTo>
                <a:lnTo>
                  <a:pt x="1768887" y="887349"/>
                </a:lnTo>
                <a:lnTo>
                  <a:pt x="1608963" y="887349"/>
                </a:lnTo>
                <a:lnTo>
                  <a:pt x="1604772" y="812292"/>
                </a:lnTo>
                <a:cubicBezTo>
                  <a:pt x="1596294" y="821722"/>
                  <a:pt x="1585817" y="831628"/>
                  <a:pt x="1573625" y="842010"/>
                </a:cubicBezTo>
                <a:cubicBezTo>
                  <a:pt x="1561338" y="852392"/>
                  <a:pt x="1547145" y="862108"/>
                  <a:pt x="1531143" y="871061"/>
                </a:cubicBezTo>
                <a:cubicBezTo>
                  <a:pt x="1515046" y="880110"/>
                  <a:pt x="1496663" y="887349"/>
                  <a:pt x="1475898" y="893064"/>
                </a:cubicBezTo>
                <a:cubicBezTo>
                  <a:pt x="1455134" y="898684"/>
                  <a:pt x="1431512" y="901541"/>
                  <a:pt x="1405128" y="901541"/>
                </a:cubicBezTo>
                <a:cubicBezTo>
                  <a:pt x="1322070" y="901541"/>
                  <a:pt x="1258824" y="876776"/>
                  <a:pt x="1215485" y="827246"/>
                </a:cubicBezTo>
                <a:cubicBezTo>
                  <a:pt x="1172051" y="777716"/>
                  <a:pt x="1150334" y="710946"/>
                  <a:pt x="1150334" y="626936"/>
                </a:cubicBezTo>
                <a:close/>
                <a:moveTo>
                  <a:pt x="4175664" y="202882"/>
                </a:moveTo>
                <a:cubicBezTo>
                  <a:pt x="4191666" y="202882"/>
                  <a:pt x="4206049" y="203834"/>
                  <a:pt x="4218813" y="205739"/>
                </a:cubicBezTo>
                <a:lnTo>
                  <a:pt x="4218908" y="205739"/>
                </a:lnTo>
                <a:cubicBezTo>
                  <a:pt x="4231672" y="207645"/>
                  <a:pt x="4244625" y="210978"/>
                  <a:pt x="4257865" y="215645"/>
                </a:cubicBezTo>
                <a:lnTo>
                  <a:pt x="4223861" y="372808"/>
                </a:lnTo>
                <a:cubicBezTo>
                  <a:pt x="4212526" y="368045"/>
                  <a:pt x="4201001" y="364807"/>
                  <a:pt x="4189190" y="362902"/>
                </a:cubicBezTo>
                <a:cubicBezTo>
                  <a:pt x="4177379" y="360997"/>
                  <a:pt x="4163473" y="360045"/>
                  <a:pt x="4147471" y="360045"/>
                </a:cubicBezTo>
                <a:cubicBezTo>
                  <a:pt x="4124801" y="360045"/>
                  <a:pt x="4103084" y="363854"/>
                  <a:pt x="4082320" y="371379"/>
                </a:cubicBezTo>
                <a:cubicBezTo>
                  <a:pt x="4061555" y="378999"/>
                  <a:pt x="4043553" y="389762"/>
                  <a:pt x="4028503" y="403955"/>
                </a:cubicBezTo>
                <a:cubicBezTo>
                  <a:pt x="4013359" y="418147"/>
                  <a:pt x="4001357" y="435101"/>
                  <a:pt x="3992404" y="454913"/>
                </a:cubicBezTo>
                <a:cubicBezTo>
                  <a:pt x="3983450" y="474725"/>
                  <a:pt x="3978973" y="496919"/>
                  <a:pt x="3978973" y="521398"/>
                </a:cubicBezTo>
                <a:lnTo>
                  <a:pt x="3978973" y="887349"/>
                </a:lnTo>
                <a:lnTo>
                  <a:pt x="3811905" y="887349"/>
                </a:lnTo>
                <a:lnTo>
                  <a:pt x="3811905" y="211454"/>
                </a:lnTo>
                <a:lnTo>
                  <a:pt x="3971925" y="211454"/>
                </a:lnTo>
                <a:lnTo>
                  <a:pt x="3976116" y="299180"/>
                </a:lnTo>
                <a:cubicBezTo>
                  <a:pt x="3983641" y="289750"/>
                  <a:pt x="3993356" y="279368"/>
                  <a:pt x="4005167" y="268033"/>
                </a:cubicBezTo>
                <a:cubicBezTo>
                  <a:pt x="4016883" y="256698"/>
                  <a:pt x="4030885" y="246316"/>
                  <a:pt x="4046887" y="236886"/>
                </a:cubicBezTo>
                <a:cubicBezTo>
                  <a:pt x="4062889" y="227456"/>
                  <a:pt x="4081558" y="219455"/>
                  <a:pt x="4102798" y="212788"/>
                </a:cubicBezTo>
                <a:cubicBezTo>
                  <a:pt x="4123944" y="206216"/>
                  <a:pt x="4148233" y="202882"/>
                  <a:pt x="4175664" y="202882"/>
                </a:cubicBezTo>
                <a:close/>
                <a:moveTo>
                  <a:pt x="3359753" y="200787"/>
                </a:moveTo>
                <a:cubicBezTo>
                  <a:pt x="3420046" y="200787"/>
                  <a:pt x="3471290" y="211836"/>
                  <a:pt x="3513295" y="234029"/>
                </a:cubicBezTo>
                <a:cubicBezTo>
                  <a:pt x="3555301" y="256222"/>
                  <a:pt x="3589019" y="285274"/>
                  <a:pt x="3614546" y="321088"/>
                </a:cubicBezTo>
                <a:lnTo>
                  <a:pt x="3614641" y="321088"/>
                </a:lnTo>
                <a:cubicBezTo>
                  <a:pt x="3640169" y="356997"/>
                  <a:pt x="3658552" y="397478"/>
                  <a:pt x="3669887" y="442817"/>
                </a:cubicBezTo>
                <a:cubicBezTo>
                  <a:pt x="3681221" y="488156"/>
                  <a:pt x="3686841" y="534448"/>
                  <a:pt x="3686841" y="581596"/>
                </a:cubicBezTo>
                <a:lnTo>
                  <a:pt x="3686841" y="605600"/>
                </a:lnTo>
                <a:lnTo>
                  <a:pt x="3191350" y="605600"/>
                </a:lnTo>
                <a:cubicBezTo>
                  <a:pt x="3191350" y="630174"/>
                  <a:pt x="3196780" y="652367"/>
                  <a:pt x="3207638" y="672179"/>
                </a:cubicBezTo>
                <a:cubicBezTo>
                  <a:pt x="3218497" y="691991"/>
                  <a:pt x="3232594" y="708946"/>
                  <a:pt x="3250120" y="723138"/>
                </a:cubicBezTo>
                <a:cubicBezTo>
                  <a:pt x="3267550" y="737330"/>
                  <a:pt x="3287362" y="748189"/>
                  <a:pt x="3309556" y="755713"/>
                </a:cubicBezTo>
                <a:cubicBezTo>
                  <a:pt x="3331749" y="763334"/>
                  <a:pt x="3353656" y="767048"/>
                  <a:pt x="3375373" y="767048"/>
                </a:cubicBezTo>
                <a:cubicBezTo>
                  <a:pt x="3407378" y="767048"/>
                  <a:pt x="3435476" y="764000"/>
                  <a:pt x="3459574" y="757809"/>
                </a:cubicBezTo>
                <a:cubicBezTo>
                  <a:pt x="3483578" y="751713"/>
                  <a:pt x="3504151" y="744569"/>
                  <a:pt x="3521106" y="736568"/>
                </a:cubicBezTo>
                <a:cubicBezTo>
                  <a:pt x="3538061" y="728567"/>
                  <a:pt x="3551967" y="719995"/>
                  <a:pt x="3562825" y="711041"/>
                </a:cubicBezTo>
                <a:cubicBezTo>
                  <a:pt x="3573684" y="702088"/>
                  <a:pt x="3581875" y="694849"/>
                  <a:pt x="3587590" y="689134"/>
                </a:cubicBezTo>
                <a:lnTo>
                  <a:pt x="3678173" y="791051"/>
                </a:lnTo>
                <a:cubicBezTo>
                  <a:pt x="3675316" y="793909"/>
                  <a:pt x="3667600" y="801624"/>
                  <a:pt x="3654837" y="814388"/>
                </a:cubicBezTo>
                <a:cubicBezTo>
                  <a:pt x="3642073" y="827151"/>
                  <a:pt x="3623690" y="840581"/>
                  <a:pt x="3599592" y="854774"/>
                </a:cubicBezTo>
                <a:cubicBezTo>
                  <a:pt x="3575494" y="868871"/>
                  <a:pt x="3544823" y="881634"/>
                  <a:pt x="3507580" y="892969"/>
                </a:cubicBezTo>
                <a:cubicBezTo>
                  <a:pt x="3470338" y="904208"/>
                  <a:pt x="3426713" y="909923"/>
                  <a:pt x="3373849" y="909923"/>
                </a:cubicBezTo>
                <a:cubicBezTo>
                  <a:pt x="3320986" y="909923"/>
                  <a:pt x="3272884" y="900970"/>
                  <a:pt x="3229450" y="883063"/>
                </a:cubicBezTo>
                <a:cubicBezTo>
                  <a:pt x="3186112" y="865156"/>
                  <a:pt x="3149059" y="840391"/>
                  <a:pt x="3118389" y="808768"/>
                </a:cubicBezTo>
                <a:cubicBezTo>
                  <a:pt x="3087719" y="777240"/>
                  <a:pt x="3064096" y="739235"/>
                  <a:pt x="3047618" y="694849"/>
                </a:cubicBezTo>
                <a:cubicBezTo>
                  <a:pt x="3031140" y="650462"/>
                  <a:pt x="3022853" y="601408"/>
                  <a:pt x="3022853" y="547592"/>
                </a:cubicBezTo>
                <a:cubicBezTo>
                  <a:pt x="3022853" y="498538"/>
                  <a:pt x="3031140" y="453009"/>
                  <a:pt x="3047618" y="411004"/>
                </a:cubicBezTo>
                <a:cubicBezTo>
                  <a:pt x="3064096" y="368998"/>
                  <a:pt x="3087242" y="332423"/>
                  <a:pt x="3116960" y="301276"/>
                </a:cubicBezTo>
                <a:cubicBezTo>
                  <a:pt x="3146678" y="270129"/>
                  <a:pt x="3182111" y="245554"/>
                  <a:pt x="3223164" y="227647"/>
                </a:cubicBezTo>
                <a:cubicBezTo>
                  <a:pt x="3264217" y="209740"/>
                  <a:pt x="3309746" y="200787"/>
                  <a:pt x="3359753" y="200787"/>
                </a:cubicBezTo>
                <a:close/>
                <a:moveTo>
                  <a:pt x="2570606" y="285"/>
                </a:moveTo>
                <a:lnTo>
                  <a:pt x="2737675" y="285"/>
                </a:lnTo>
                <a:lnTo>
                  <a:pt x="2737675" y="211454"/>
                </a:lnTo>
                <a:lnTo>
                  <a:pt x="2916078" y="211454"/>
                </a:lnTo>
                <a:lnTo>
                  <a:pt x="2916078" y="355187"/>
                </a:lnTo>
                <a:lnTo>
                  <a:pt x="2737675" y="355187"/>
                </a:lnTo>
                <a:lnTo>
                  <a:pt x="2737675" y="649604"/>
                </a:lnTo>
                <a:cubicBezTo>
                  <a:pt x="2737675" y="687323"/>
                  <a:pt x="2744057" y="716375"/>
                  <a:pt x="2756820" y="736663"/>
                </a:cubicBezTo>
                <a:cubicBezTo>
                  <a:pt x="2769488" y="756951"/>
                  <a:pt x="2790062" y="767048"/>
                  <a:pt x="2818351" y="767048"/>
                </a:cubicBezTo>
                <a:cubicBezTo>
                  <a:pt x="2844736" y="767048"/>
                  <a:pt x="2865786" y="763333"/>
                  <a:pt x="2881312" y="755713"/>
                </a:cubicBezTo>
                <a:lnTo>
                  <a:pt x="2881407" y="755808"/>
                </a:lnTo>
                <a:cubicBezTo>
                  <a:pt x="2896933" y="748283"/>
                  <a:pt x="2911792" y="739330"/>
                  <a:pt x="2925984" y="728948"/>
                </a:cubicBezTo>
                <a:lnTo>
                  <a:pt x="2996755" y="832294"/>
                </a:lnTo>
                <a:cubicBezTo>
                  <a:pt x="2963703" y="859726"/>
                  <a:pt x="2931128" y="879252"/>
                  <a:pt x="2899124" y="891063"/>
                </a:cubicBezTo>
                <a:cubicBezTo>
                  <a:pt x="2867024" y="902874"/>
                  <a:pt x="2832067" y="908780"/>
                  <a:pt x="2791491" y="908780"/>
                </a:cubicBezTo>
                <a:cubicBezTo>
                  <a:pt x="2750915" y="908780"/>
                  <a:pt x="2716434" y="902874"/>
                  <a:pt x="2688145" y="891063"/>
                </a:cubicBezTo>
                <a:cubicBezTo>
                  <a:pt x="2659856" y="879252"/>
                  <a:pt x="2636900" y="862488"/>
                  <a:pt x="2619470" y="840771"/>
                </a:cubicBezTo>
                <a:cubicBezTo>
                  <a:pt x="2601944" y="819054"/>
                  <a:pt x="2589466" y="792860"/>
                  <a:pt x="2581941" y="762190"/>
                </a:cubicBezTo>
                <a:cubicBezTo>
                  <a:pt x="2574416" y="731519"/>
                  <a:pt x="2570606" y="697801"/>
                  <a:pt x="2570606" y="660939"/>
                </a:cubicBezTo>
                <a:lnTo>
                  <a:pt x="2570606" y="355187"/>
                </a:lnTo>
                <a:lnTo>
                  <a:pt x="2457354" y="355187"/>
                </a:lnTo>
                <a:lnTo>
                  <a:pt x="2457354" y="211454"/>
                </a:lnTo>
                <a:lnTo>
                  <a:pt x="2570606" y="211454"/>
                </a:lnTo>
                <a:close/>
                <a:moveTo>
                  <a:pt x="1997963" y="285"/>
                </a:moveTo>
                <a:lnTo>
                  <a:pt x="2165032" y="285"/>
                </a:lnTo>
                <a:lnTo>
                  <a:pt x="2165032" y="211454"/>
                </a:lnTo>
                <a:lnTo>
                  <a:pt x="2343435" y="211454"/>
                </a:lnTo>
                <a:lnTo>
                  <a:pt x="2343435" y="355187"/>
                </a:lnTo>
                <a:lnTo>
                  <a:pt x="2165032" y="355187"/>
                </a:lnTo>
                <a:lnTo>
                  <a:pt x="2165032" y="649604"/>
                </a:lnTo>
                <a:cubicBezTo>
                  <a:pt x="2165032" y="687323"/>
                  <a:pt x="2171414" y="716375"/>
                  <a:pt x="2184177" y="736663"/>
                </a:cubicBezTo>
                <a:cubicBezTo>
                  <a:pt x="2196845" y="756951"/>
                  <a:pt x="2217419" y="767048"/>
                  <a:pt x="2245708" y="767048"/>
                </a:cubicBezTo>
                <a:cubicBezTo>
                  <a:pt x="2272093" y="767048"/>
                  <a:pt x="2293143" y="763333"/>
                  <a:pt x="2308669" y="755713"/>
                </a:cubicBezTo>
                <a:lnTo>
                  <a:pt x="2308669" y="755808"/>
                </a:lnTo>
                <a:cubicBezTo>
                  <a:pt x="2324195" y="748283"/>
                  <a:pt x="2339149" y="739330"/>
                  <a:pt x="2353246" y="728948"/>
                </a:cubicBezTo>
                <a:lnTo>
                  <a:pt x="2424016" y="832294"/>
                </a:lnTo>
                <a:cubicBezTo>
                  <a:pt x="2390965" y="859726"/>
                  <a:pt x="2358484" y="879252"/>
                  <a:pt x="2326385" y="891063"/>
                </a:cubicBezTo>
                <a:cubicBezTo>
                  <a:pt x="2294286" y="902874"/>
                  <a:pt x="2259424" y="908780"/>
                  <a:pt x="2218848" y="908780"/>
                </a:cubicBezTo>
                <a:cubicBezTo>
                  <a:pt x="2178272" y="908780"/>
                  <a:pt x="2143791" y="902874"/>
                  <a:pt x="2115502" y="891063"/>
                </a:cubicBezTo>
                <a:cubicBezTo>
                  <a:pt x="2087213" y="879252"/>
                  <a:pt x="2064257" y="862488"/>
                  <a:pt x="2046826" y="840771"/>
                </a:cubicBezTo>
                <a:cubicBezTo>
                  <a:pt x="2029300" y="819054"/>
                  <a:pt x="2016823" y="792860"/>
                  <a:pt x="2009298" y="762190"/>
                </a:cubicBezTo>
                <a:cubicBezTo>
                  <a:pt x="2001773" y="731519"/>
                  <a:pt x="1997963" y="697801"/>
                  <a:pt x="1997963" y="660939"/>
                </a:cubicBezTo>
                <a:lnTo>
                  <a:pt x="1997963" y="355187"/>
                </a:lnTo>
                <a:lnTo>
                  <a:pt x="1884711" y="355187"/>
                </a:lnTo>
                <a:lnTo>
                  <a:pt x="1884711" y="211454"/>
                </a:lnTo>
                <a:lnTo>
                  <a:pt x="1997963" y="211454"/>
                </a:lnTo>
                <a:close/>
                <a:moveTo>
                  <a:pt x="4169663" y="190"/>
                </a:moveTo>
                <a:lnTo>
                  <a:pt x="4188618" y="190"/>
                </a:lnTo>
                <a:lnTo>
                  <a:pt x="4211669" y="41624"/>
                </a:lnTo>
                <a:lnTo>
                  <a:pt x="4234147" y="190"/>
                </a:lnTo>
                <a:lnTo>
                  <a:pt x="4253197" y="190"/>
                </a:lnTo>
                <a:lnTo>
                  <a:pt x="4257388" y="88582"/>
                </a:lnTo>
                <a:lnTo>
                  <a:pt x="4237386" y="88582"/>
                </a:lnTo>
                <a:lnTo>
                  <a:pt x="4234814" y="30765"/>
                </a:lnTo>
                <a:lnTo>
                  <a:pt x="4216526" y="65246"/>
                </a:lnTo>
                <a:lnTo>
                  <a:pt x="4206239" y="65246"/>
                </a:lnTo>
                <a:lnTo>
                  <a:pt x="4186808" y="31146"/>
                </a:lnTo>
                <a:lnTo>
                  <a:pt x="4184617" y="88582"/>
                </a:lnTo>
                <a:lnTo>
                  <a:pt x="4165472" y="88582"/>
                </a:lnTo>
                <a:close/>
                <a:moveTo>
                  <a:pt x="4079652" y="190"/>
                </a:moveTo>
                <a:lnTo>
                  <a:pt x="4156900" y="190"/>
                </a:lnTo>
                <a:lnTo>
                  <a:pt x="4156900" y="17811"/>
                </a:lnTo>
                <a:lnTo>
                  <a:pt x="4128420" y="17811"/>
                </a:lnTo>
                <a:lnTo>
                  <a:pt x="4128420" y="88582"/>
                </a:lnTo>
                <a:lnTo>
                  <a:pt x="4108227" y="88582"/>
                </a:lnTo>
                <a:lnTo>
                  <a:pt x="4108227" y="17811"/>
                </a:lnTo>
                <a:lnTo>
                  <a:pt x="4079652" y="17811"/>
                </a:lnTo>
                <a:close/>
                <a:moveTo>
                  <a:pt x="831532" y="190"/>
                </a:moveTo>
                <a:lnTo>
                  <a:pt x="998600" y="190"/>
                </a:lnTo>
                <a:lnTo>
                  <a:pt x="998600" y="887349"/>
                </a:lnTo>
                <a:lnTo>
                  <a:pt x="831532" y="887349"/>
                </a:lnTo>
                <a:close/>
                <a:moveTo>
                  <a:pt x="0" y="0"/>
                </a:moveTo>
                <a:lnTo>
                  <a:pt x="709993" y="0"/>
                </a:lnTo>
                <a:lnTo>
                  <a:pt x="709993" y="177451"/>
                </a:lnTo>
                <a:lnTo>
                  <a:pt x="0" y="17745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D07751B-3DB1-3D8F-B17F-9FD071B2558F}"/>
              </a:ext>
            </a:extLst>
          </p:cNvPr>
          <p:cNvSpPr>
            <a:spLocks noChangeAspect="1"/>
          </p:cNvSpPr>
          <p:nvPr/>
        </p:nvSpPr>
        <p:spPr>
          <a:xfrm>
            <a:off x="4804026" y="2973805"/>
            <a:ext cx="2580775" cy="910390"/>
          </a:xfrm>
          <a:custGeom>
            <a:avLst/>
            <a:gdLst>
              <a:gd name="connsiteX0" fmla="*/ 1503045 w 4257865"/>
              <a:gd name="connsiteY0" fmla="*/ 1381696 h 1501997"/>
              <a:gd name="connsiteX1" fmla="*/ 1503176 w 4257865"/>
              <a:gd name="connsiteY1" fmla="*/ 1381851 h 1501997"/>
              <a:gd name="connsiteX2" fmla="*/ 1488090 w 4257865"/>
              <a:gd name="connsiteY2" fmla="*/ 1397126 h 1501997"/>
              <a:gd name="connsiteX3" fmla="*/ 1483423 w 4257865"/>
              <a:gd name="connsiteY3" fmla="*/ 1414843 h 1501997"/>
              <a:gd name="connsiteX4" fmla="*/ 1492853 w 4257865"/>
              <a:gd name="connsiteY4" fmla="*/ 1434750 h 1501997"/>
              <a:gd name="connsiteX5" fmla="*/ 1514379 w 4257865"/>
              <a:gd name="connsiteY5" fmla="*/ 1441799 h 1501997"/>
              <a:gd name="connsiteX6" fmla="*/ 1529048 w 4257865"/>
              <a:gd name="connsiteY6" fmla="*/ 1439608 h 1501997"/>
              <a:gd name="connsiteX7" fmla="*/ 1544955 w 4257865"/>
              <a:gd name="connsiteY7" fmla="*/ 1431321 h 1501997"/>
              <a:gd name="connsiteX8" fmla="*/ 1503176 w 4257865"/>
              <a:gd name="connsiteY8" fmla="*/ 1381851 h 1501997"/>
              <a:gd name="connsiteX9" fmla="*/ 1503235 w 4257865"/>
              <a:gd name="connsiteY9" fmla="*/ 1381791 h 1501997"/>
              <a:gd name="connsiteX10" fmla="*/ 2832735 w 4257865"/>
              <a:gd name="connsiteY10" fmla="*/ 1288732 h 1501997"/>
              <a:gd name="connsiteX11" fmla="*/ 2801683 w 4257865"/>
              <a:gd name="connsiteY11" fmla="*/ 1387506 h 1501997"/>
              <a:gd name="connsiteX12" fmla="*/ 2862548 w 4257865"/>
              <a:gd name="connsiteY12" fmla="*/ 1387506 h 1501997"/>
              <a:gd name="connsiteX13" fmla="*/ 3387661 w 4257865"/>
              <a:gd name="connsiteY13" fmla="*/ 1288637 h 1501997"/>
              <a:gd name="connsiteX14" fmla="*/ 3387661 w 4257865"/>
              <a:gd name="connsiteY14" fmla="*/ 1432179 h 1501997"/>
              <a:gd name="connsiteX15" fmla="*/ 3416712 w 4257865"/>
              <a:gd name="connsiteY15" fmla="*/ 1432179 h 1501997"/>
              <a:gd name="connsiteX16" fmla="*/ 3416808 w 4257865"/>
              <a:gd name="connsiteY16" fmla="*/ 1432179 h 1501997"/>
              <a:gd name="connsiteX17" fmla="*/ 3471005 w 4257865"/>
              <a:gd name="connsiteY17" fmla="*/ 1412176 h 1501997"/>
              <a:gd name="connsiteX18" fmla="*/ 3490150 w 4257865"/>
              <a:gd name="connsiteY18" fmla="*/ 1360360 h 1501997"/>
              <a:gd name="connsiteX19" fmla="*/ 3485673 w 4257865"/>
              <a:gd name="connsiteY19" fmla="*/ 1331119 h 1501997"/>
              <a:gd name="connsiteX20" fmla="*/ 3472148 w 4257865"/>
              <a:gd name="connsiteY20" fmla="*/ 1308544 h 1501997"/>
              <a:gd name="connsiteX21" fmla="*/ 3449383 w 4257865"/>
              <a:gd name="connsiteY21" fmla="*/ 1293876 h 1501997"/>
              <a:gd name="connsiteX22" fmla="*/ 3416712 w 4257865"/>
              <a:gd name="connsiteY22" fmla="*/ 1288637 h 1501997"/>
              <a:gd name="connsiteX23" fmla="*/ 2019109 w 4257865"/>
              <a:gd name="connsiteY23" fmla="*/ 1282731 h 1501997"/>
              <a:gd name="connsiteX24" fmla="*/ 2019109 w 4257865"/>
              <a:gd name="connsiteY24" fmla="*/ 1347692 h 1501997"/>
              <a:gd name="connsiteX25" fmla="*/ 2053780 w 4257865"/>
              <a:gd name="connsiteY25" fmla="*/ 1347692 h 1501997"/>
              <a:gd name="connsiteX26" fmla="*/ 2053875 w 4257865"/>
              <a:gd name="connsiteY26" fmla="*/ 1347596 h 1501997"/>
              <a:gd name="connsiteX27" fmla="*/ 2076830 w 4257865"/>
              <a:gd name="connsiteY27" fmla="*/ 1338929 h 1501997"/>
              <a:gd name="connsiteX28" fmla="*/ 2085688 w 4257865"/>
              <a:gd name="connsiteY28" fmla="*/ 1315783 h 1501997"/>
              <a:gd name="connsiteX29" fmla="*/ 2077211 w 4257865"/>
              <a:gd name="connsiteY29" fmla="*/ 1291590 h 1501997"/>
              <a:gd name="connsiteX30" fmla="*/ 2053398 w 4257865"/>
              <a:gd name="connsiteY30" fmla="*/ 1282731 h 1501997"/>
              <a:gd name="connsiteX31" fmla="*/ 3316414 w 4257865"/>
              <a:gd name="connsiteY31" fmla="*/ 1226248 h 1501997"/>
              <a:gd name="connsiteX32" fmla="*/ 3419570 w 4257865"/>
              <a:gd name="connsiteY32" fmla="*/ 1226248 h 1501997"/>
              <a:gd name="connsiteX33" fmla="*/ 3477006 w 4257865"/>
              <a:gd name="connsiteY33" fmla="*/ 1234345 h 1501997"/>
              <a:gd name="connsiteX34" fmla="*/ 3522726 w 4257865"/>
              <a:gd name="connsiteY34" fmla="*/ 1258919 h 1501997"/>
              <a:gd name="connsiteX35" fmla="*/ 3552920 w 4257865"/>
              <a:gd name="connsiteY35" fmla="*/ 1301210 h 1501997"/>
              <a:gd name="connsiteX36" fmla="*/ 3563778 w 4257865"/>
              <a:gd name="connsiteY36" fmla="*/ 1362075 h 1501997"/>
              <a:gd name="connsiteX37" fmla="*/ 3552729 w 4257865"/>
              <a:gd name="connsiteY37" fmla="*/ 1420273 h 1501997"/>
              <a:gd name="connsiteX38" fmla="*/ 3522344 w 4257865"/>
              <a:gd name="connsiteY38" fmla="*/ 1461802 h 1501997"/>
              <a:gd name="connsiteX39" fmla="*/ 3476434 w 4257865"/>
              <a:gd name="connsiteY39" fmla="*/ 1486757 h 1501997"/>
              <a:gd name="connsiteX40" fmla="*/ 3419189 w 4257865"/>
              <a:gd name="connsiteY40" fmla="*/ 1495044 h 1501997"/>
              <a:gd name="connsiteX41" fmla="*/ 3316414 w 4257865"/>
              <a:gd name="connsiteY41" fmla="*/ 1495044 h 1501997"/>
              <a:gd name="connsiteX42" fmla="*/ 3013138 w 4257865"/>
              <a:gd name="connsiteY42" fmla="*/ 1226248 h 1501997"/>
              <a:gd name="connsiteX43" fmla="*/ 3013233 w 4257865"/>
              <a:gd name="connsiteY43" fmla="*/ 1226248 h 1501997"/>
              <a:gd name="connsiteX44" fmla="*/ 3078099 w 4257865"/>
              <a:gd name="connsiteY44" fmla="*/ 1226248 h 1501997"/>
              <a:gd name="connsiteX45" fmla="*/ 3181254 w 4257865"/>
              <a:gd name="connsiteY45" fmla="*/ 1376171 h 1501997"/>
              <a:gd name="connsiteX46" fmla="*/ 3181254 w 4257865"/>
              <a:gd name="connsiteY46" fmla="*/ 1226248 h 1501997"/>
              <a:gd name="connsiteX47" fmla="*/ 3251834 w 4257865"/>
              <a:gd name="connsiteY47" fmla="*/ 1226248 h 1501997"/>
              <a:gd name="connsiteX48" fmla="*/ 3251834 w 4257865"/>
              <a:gd name="connsiteY48" fmla="*/ 1495139 h 1501997"/>
              <a:gd name="connsiteX49" fmla="*/ 3190970 w 4257865"/>
              <a:gd name="connsiteY49" fmla="*/ 1495139 h 1501997"/>
              <a:gd name="connsiteX50" fmla="*/ 3083718 w 4257865"/>
              <a:gd name="connsiteY50" fmla="*/ 1340738 h 1501997"/>
              <a:gd name="connsiteX51" fmla="*/ 3083718 w 4257865"/>
              <a:gd name="connsiteY51" fmla="*/ 1495139 h 1501997"/>
              <a:gd name="connsiteX52" fmla="*/ 3013138 w 4257865"/>
              <a:gd name="connsiteY52" fmla="*/ 1495139 h 1501997"/>
              <a:gd name="connsiteX53" fmla="*/ 2794349 w 4257865"/>
              <a:gd name="connsiteY53" fmla="*/ 1226248 h 1501997"/>
              <a:gd name="connsiteX54" fmla="*/ 2876169 w 4257865"/>
              <a:gd name="connsiteY54" fmla="*/ 1226248 h 1501997"/>
              <a:gd name="connsiteX55" fmla="*/ 2971324 w 4257865"/>
              <a:gd name="connsiteY55" fmla="*/ 1495139 h 1501997"/>
              <a:gd name="connsiteX56" fmla="*/ 2894362 w 4257865"/>
              <a:gd name="connsiteY56" fmla="*/ 1495139 h 1501997"/>
              <a:gd name="connsiteX57" fmla="*/ 2877026 w 4257865"/>
              <a:gd name="connsiteY57" fmla="*/ 1439513 h 1501997"/>
              <a:gd name="connsiteX58" fmla="*/ 2787110 w 4257865"/>
              <a:gd name="connsiteY58" fmla="*/ 1439513 h 1501997"/>
              <a:gd name="connsiteX59" fmla="*/ 2769394 w 4257865"/>
              <a:gd name="connsiteY59" fmla="*/ 1495139 h 1501997"/>
              <a:gd name="connsiteX60" fmla="*/ 2695575 w 4257865"/>
              <a:gd name="connsiteY60" fmla="*/ 1495139 h 1501997"/>
              <a:gd name="connsiteX61" fmla="*/ 2473928 w 4257865"/>
              <a:gd name="connsiteY61" fmla="*/ 1226248 h 1501997"/>
              <a:gd name="connsiteX62" fmla="*/ 2545270 w 4257865"/>
              <a:gd name="connsiteY62" fmla="*/ 1226248 h 1501997"/>
              <a:gd name="connsiteX63" fmla="*/ 2545270 w 4257865"/>
              <a:gd name="connsiteY63" fmla="*/ 1432274 h 1501997"/>
              <a:gd name="connsiteX64" fmla="*/ 2669857 w 4257865"/>
              <a:gd name="connsiteY64" fmla="*/ 1432274 h 1501997"/>
              <a:gd name="connsiteX65" fmla="*/ 2669857 w 4257865"/>
              <a:gd name="connsiteY65" fmla="*/ 1495139 h 1501997"/>
              <a:gd name="connsiteX66" fmla="*/ 2473928 w 4257865"/>
              <a:gd name="connsiteY66" fmla="*/ 1495139 h 1501997"/>
              <a:gd name="connsiteX67" fmla="*/ 2218753 w 4257865"/>
              <a:gd name="connsiteY67" fmla="*/ 1226248 h 1501997"/>
              <a:gd name="connsiteX68" fmla="*/ 2412206 w 4257865"/>
              <a:gd name="connsiteY68" fmla="*/ 1226248 h 1501997"/>
              <a:gd name="connsiteX69" fmla="*/ 2412206 w 4257865"/>
              <a:gd name="connsiteY69" fmla="*/ 1287970 h 1501997"/>
              <a:gd name="connsiteX70" fmla="*/ 2290095 w 4257865"/>
              <a:gd name="connsiteY70" fmla="*/ 1287970 h 1501997"/>
              <a:gd name="connsiteX71" fmla="*/ 2290095 w 4257865"/>
              <a:gd name="connsiteY71" fmla="*/ 1329499 h 1501997"/>
              <a:gd name="connsiteX72" fmla="*/ 2390489 w 4257865"/>
              <a:gd name="connsiteY72" fmla="*/ 1329499 h 1501997"/>
              <a:gd name="connsiteX73" fmla="*/ 2390489 w 4257865"/>
              <a:gd name="connsiteY73" fmla="*/ 1387601 h 1501997"/>
              <a:gd name="connsiteX74" fmla="*/ 2290095 w 4257865"/>
              <a:gd name="connsiteY74" fmla="*/ 1387601 h 1501997"/>
              <a:gd name="connsiteX75" fmla="*/ 2290095 w 4257865"/>
              <a:gd name="connsiteY75" fmla="*/ 1433512 h 1501997"/>
              <a:gd name="connsiteX76" fmla="*/ 2420683 w 4257865"/>
              <a:gd name="connsiteY76" fmla="*/ 1433512 h 1501997"/>
              <a:gd name="connsiteX77" fmla="*/ 2420683 w 4257865"/>
              <a:gd name="connsiteY77" fmla="*/ 1495234 h 1501997"/>
              <a:gd name="connsiteX78" fmla="*/ 2218753 w 4257865"/>
              <a:gd name="connsiteY78" fmla="*/ 1495234 h 1501997"/>
              <a:gd name="connsiteX79" fmla="*/ 2218753 w 4257865"/>
              <a:gd name="connsiteY79" fmla="*/ 1226343 h 1501997"/>
              <a:gd name="connsiteX80" fmla="*/ 1949481 w 4257865"/>
              <a:gd name="connsiteY80" fmla="*/ 1226248 h 1501997"/>
              <a:gd name="connsiteX81" fmla="*/ 2060733 w 4257865"/>
              <a:gd name="connsiteY81" fmla="*/ 1226248 h 1501997"/>
              <a:gd name="connsiteX82" fmla="*/ 2100071 w 4257865"/>
              <a:gd name="connsiteY82" fmla="*/ 1231868 h 1501997"/>
              <a:gd name="connsiteX83" fmla="*/ 2130075 w 4257865"/>
              <a:gd name="connsiteY83" fmla="*/ 1248632 h 1501997"/>
              <a:gd name="connsiteX84" fmla="*/ 2149411 w 4257865"/>
              <a:gd name="connsiteY84" fmla="*/ 1276254 h 1501997"/>
              <a:gd name="connsiteX85" fmla="*/ 2156269 w 4257865"/>
              <a:gd name="connsiteY85" fmla="*/ 1314545 h 1501997"/>
              <a:gd name="connsiteX86" fmla="*/ 2144553 w 4257865"/>
              <a:gd name="connsiteY86" fmla="*/ 1360741 h 1501997"/>
              <a:gd name="connsiteX87" fmla="*/ 2113501 w 4257865"/>
              <a:gd name="connsiteY87" fmla="*/ 1391983 h 1501997"/>
              <a:gd name="connsiteX88" fmla="*/ 2171128 w 4257865"/>
              <a:gd name="connsiteY88" fmla="*/ 1495139 h 1501997"/>
              <a:gd name="connsiteX89" fmla="*/ 2094547 w 4257865"/>
              <a:gd name="connsiteY89" fmla="*/ 1495139 h 1501997"/>
              <a:gd name="connsiteX90" fmla="*/ 2049017 w 4257865"/>
              <a:gd name="connsiteY90" fmla="*/ 1403603 h 1501997"/>
              <a:gd name="connsiteX91" fmla="*/ 2019204 w 4257865"/>
              <a:gd name="connsiteY91" fmla="*/ 1403603 h 1501997"/>
              <a:gd name="connsiteX92" fmla="*/ 2019204 w 4257865"/>
              <a:gd name="connsiteY92" fmla="*/ 1495139 h 1501997"/>
              <a:gd name="connsiteX93" fmla="*/ 1949481 w 4257865"/>
              <a:gd name="connsiteY93" fmla="*/ 1495139 h 1501997"/>
              <a:gd name="connsiteX94" fmla="*/ 1813655 w 4257865"/>
              <a:gd name="connsiteY94" fmla="*/ 1226248 h 1501997"/>
              <a:gd name="connsiteX95" fmla="*/ 1884997 w 4257865"/>
              <a:gd name="connsiteY95" fmla="*/ 1226248 h 1501997"/>
              <a:gd name="connsiteX96" fmla="*/ 1884997 w 4257865"/>
              <a:gd name="connsiteY96" fmla="*/ 1495139 h 1501997"/>
              <a:gd name="connsiteX97" fmla="*/ 1813655 w 4257865"/>
              <a:gd name="connsiteY97" fmla="*/ 1495139 h 1501997"/>
              <a:gd name="connsiteX98" fmla="*/ 1063847 w 4257865"/>
              <a:gd name="connsiteY98" fmla="*/ 1226248 h 1501997"/>
              <a:gd name="connsiteX99" fmla="*/ 1135189 w 4257865"/>
              <a:gd name="connsiteY99" fmla="*/ 1226248 h 1501997"/>
              <a:gd name="connsiteX100" fmla="*/ 1135189 w 4257865"/>
              <a:gd name="connsiteY100" fmla="*/ 1327023 h 1501997"/>
              <a:gd name="connsiteX101" fmla="*/ 1215390 w 4257865"/>
              <a:gd name="connsiteY101" fmla="*/ 1226248 h 1501997"/>
              <a:gd name="connsiteX102" fmla="*/ 1298829 w 4257865"/>
              <a:gd name="connsiteY102" fmla="*/ 1226248 h 1501997"/>
              <a:gd name="connsiteX103" fmla="*/ 1209389 w 4257865"/>
              <a:gd name="connsiteY103" fmla="*/ 1329880 h 1501997"/>
              <a:gd name="connsiteX104" fmla="*/ 1313021 w 4257865"/>
              <a:gd name="connsiteY104" fmla="*/ 1495139 h 1501997"/>
              <a:gd name="connsiteX105" fmla="*/ 1226343 w 4257865"/>
              <a:gd name="connsiteY105" fmla="*/ 1495139 h 1501997"/>
              <a:gd name="connsiteX106" fmla="*/ 1160621 w 4257865"/>
              <a:gd name="connsiteY106" fmla="*/ 1386268 h 1501997"/>
              <a:gd name="connsiteX107" fmla="*/ 1135189 w 4257865"/>
              <a:gd name="connsiteY107" fmla="*/ 1416081 h 1501997"/>
              <a:gd name="connsiteX108" fmla="*/ 1135189 w 4257865"/>
              <a:gd name="connsiteY108" fmla="*/ 1495139 h 1501997"/>
              <a:gd name="connsiteX109" fmla="*/ 1063847 w 4257865"/>
              <a:gd name="connsiteY109" fmla="*/ 1495139 h 1501997"/>
              <a:gd name="connsiteX110" fmla="*/ 769238 w 4257865"/>
              <a:gd name="connsiteY110" fmla="*/ 1226248 h 1501997"/>
              <a:gd name="connsiteX111" fmla="*/ 840580 w 4257865"/>
              <a:gd name="connsiteY111" fmla="*/ 1226248 h 1501997"/>
              <a:gd name="connsiteX112" fmla="*/ 840580 w 4257865"/>
              <a:gd name="connsiteY112" fmla="*/ 1383887 h 1501997"/>
              <a:gd name="connsiteX113" fmla="*/ 850867 w 4257865"/>
              <a:gd name="connsiteY113" fmla="*/ 1420177 h 1501997"/>
              <a:gd name="connsiteX114" fmla="*/ 884967 w 4257865"/>
              <a:gd name="connsiteY114" fmla="*/ 1434274 h 1501997"/>
              <a:gd name="connsiteX115" fmla="*/ 918780 w 4257865"/>
              <a:gd name="connsiteY115" fmla="*/ 1419986 h 1501997"/>
              <a:gd name="connsiteX116" fmla="*/ 928877 w 4257865"/>
              <a:gd name="connsiteY116" fmla="*/ 1383887 h 1501997"/>
              <a:gd name="connsiteX117" fmla="*/ 928877 w 4257865"/>
              <a:gd name="connsiteY117" fmla="*/ 1226248 h 1501997"/>
              <a:gd name="connsiteX118" fmla="*/ 1001077 w 4257865"/>
              <a:gd name="connsiteY118" fmla="*/ 1226248 h 1501997"/>
              <a:gd name="connsiteX119" fmla="*/ 1001077 w 4257865"/>
              <a:gd name="connsiteY119" fmla="*/ 1390269 h 1501997"/>
              <a:gd name="connsiteX120" fmla="*/ 992599 w 4257865"/>
              <a:gd name="connsiteY120" fmla="*/ 1436846 h 1501997"/>
              <a:gd name="connsiteX121" fmla="*/ 968596 w 4257865"/>
              <a:gd name="connsiteY121" fmla="*/ 1472088 h 1501997"/>
              <a:gd name="connsiteX122" fmla="*/ 931925 w 4257865"/>
              <a:gd name="connsiteY122" fmla="*/ 1494282 h 1501997"/>
              <a:gd name="connsiteX123" fmla="*/ 885348 w 4257865"/>
              <a:gd name="connsiteY123" fmla="*/ 1501997 h 1501997"/>
              <a:gd name="connsiteX124" fmla="*/ 838580 w 4257865"/>
              <a:gd name="connsiteY124" fmla="*/ 1494282 h 1501997"/>
              <a:gd name="connsiteX125" fmla="*/ 801718 w 4257865"/>
              <a:gd name="connsiteY125" fmla="*/ 1472279 h 1501997"/>
              <a:gd name="connsiteX126" fmla="*/ 777715 w 4257865"/>
              <a:gd name="connsiteY126" fmla="*/ 1437227 h 1501997"/>
              <a:gd name="connsiteX127" fmla="*/ 769238 w 4257865"/>
              <a:gd name="connsiteY127" fmla="*/ 1390269 h 1501997"/>
              <a:gd name="connsiteX128" fmla="*/ 1542383 w 4257865"/>
              <a:gd name="connsiteY128" fmla="*/ 1218628 h 1501997"/>
              <a:gd name="connsiteX129" fmla="*/ 1588960 w 4257865"/>
              <a:gd name="connsiteY129" fmla="*/ 1230915 h 1501997"/>
              <a:gd name="connsiteX130" fmla="*/ 1621821 w 4257865"/>
              <a:gd name="connsiteY130" fmla="*/ 1270253 h 1501997"/>
              <a:gd name="connsiteX131" fmla="*/ 1572672 w 4257865"/>
              <a:gd name="connsiteY131" fmla="*/ 1298828 h 1501997"/>
              <a:gd name="connsiteX132" fmla="*/ 1562004 w 4257865"/>
              <a:gd name="connsiteY132" fmla="*/ 1282065 h 1501997"/>
              <a:gd name="connsiteX133" fmla="*/ 1544859 w 4257865"/>
              <a:gd name="connsiteY133" fmla="*/ 1275397 h 1501997"/>
              <a:gd name="connsiteX134" fmla="*/ 1528572 w 4257865"/>
              <a:gd name="connsiteY134" fmla="*/ 1281207 h 1501997"/>
              <a:gd name="connsiteX135" fmla="*/ 1521904 w 4257865"/>
              <a:gd name="connsiteY135" fmla="*/ 1296733 h 1501997"/>
              <a:gd name="connsiteX136" fmla="*/ 1525905 w 4257865"/>
              <a:gd name="connsiteY136" fmla="*/ 1309878 h 1501997"/>
              <a:gd name="connsiteX137" fmla="*/ 1534382 w 4257865"/>
              <a:gd name="connsiteY137" fmla="*/ 1321403 h 1501997"/>
              <a:gd name="connsiteX138" fmla="*/ 1591627 w 4257865"/>
              <a:gd name="connsiteY138" fmla="*/ 1388268 h 1501997"/>
              <a:gd name="connsiteX139" fmla="*/ 1608772 w 4257865"/>
              <a:gd name="connsiteY139" fmla="*/ 1370171 h 1501997"/>
              <a:gd name="connsiteX140" fmla="*/ 1628298 w 4257865"/>
              <a:gd name="connsiteY140" fmla="*/ 1348358 h 1501997"/>
              <a:gd name="connsiteX141" fmla="*/ 1673066 w 4257865"/>
              <a:gd name="connsiteY141" fmla="*/ 1389030 h 1501997"/>
              <a:gd name="connsiteX142" fmla="*/ 1650682 w 4257865"/>
              <a:gd name="connsiteY142" fmla="*/ 1413033 h 1501997"/>
              <a:gd name="connsiteX143" fmla="*/ 1630775 w 4257865"/>
              <a:gd name="connsiteY143" fmla="*/ 1433417 h 1501997"/>
              <a:gd name="connsiteX144" fmla="*/ 1683162 w 4257865"/>
              <a:gd name="connsiteY144" fmla="*/ 1494662 h 1501997"/>
              <a:gd name="connsiteX145" fmla="*/ 1599342 w 4257865"/>
              <a:gd name="connsiteY145" fmla="*/ 1494662 h 1501997"/>
              <a:gd name="connsiteX146" fmla="*/ 1582769 w 4257865"/>
              <a:gd name="connsiteY146" fmla="*/ 1475327 h 1501997"/>
              <a:gd name="connsiteX147" fmla="*/ 1582674 w 4257865"/>
              <a:gd name="connsiteY147" fmla="*/ 1475708 h 1501997"/>
              <a:gd name="connsiteX148" fmla="*/ 1561909 w 4257865"/>
              <a:gd name="connsiteY148" fmla="*/ 1488566 h 1501997"/>
              <a:gd name="connsiteX149" fmla="*/ 1542954 w 4257865"/>
              <a:gd name="connsiteY149" fmla="*/ 1496377 h 1501997"/>
              <a:gd name="connsiteX150" fmla="*/ 1525047 w 4257865"/>
              <a:gd name="connsiteY150" fmla="*/ 1500378 h 1501997"/>
              <a:gd name="connsiteX151" fmla="*/ 1506950 w 4257865"/>
              <a:gd name="connsiteY151" fmla="*/ 1501425 h 1501997"/>
              <a:gd name="connsiteX152" fmla="*/ 1472469 w 4257865"/>
              <a:gd name="connsiteY152" fmla="*/ 1496187 h 1501997"/>
              <a:gd name="connsiteX153" fmla="*/ 1443894 w 4257865"/>
              <a:gd name="connsiteY153" fmla="*/ 1480661 h 1501997"/>
              <a:gd name="connsiteX154" fmla="*/ 1424559 w 4257865"/>
              <a:gd name="connsiteY154" fmla="*/ 1455515 h 1501997"/>
              <a:gd name="connsiteX155" fmla="*/ 1417510 w 4257865"/>
              <a:gd name="connsiteY155" fmla="*/ 1421225 h 1501997"/>
              <a:gd name="connsiteX156" fmla="*/ 1430369 w 4257865"/>
              <a:gd name="connsiteY156" fmla="*/ 1374648 h 1501997"/>
              <a:gd name="connsiteX157" fmla="*/ 1468278 w 4257865"/>
              <a:gd name="connsiteY157" fmla="*/ 1338929 h 1501997"/>
              <a:gd name="connsiteX158" fmla="*/ 1456753 w 4257865"/>
              <a:gd name="connsiteY158" fmla="*/ 1313878 h 1501997"/>
              <a:gd name="connsiteX159" fmla="*/ 1454562 w 4257865"/>
              <a:gd name="connsiteY159" fmla="*/ 1293685 h 1501997"/>
              <a:gd name="connsiteX160" fmla="*/ 1461039 w 4257865"/>
              <a:gd name="connsiteY160" fmla="*/ 1264443 h 1501997"/>
              <a:gd name="connsiteX161" fmla="*/ 1479137 w 4257865"/>
              <a:gd name="connsiteY161" fmla="*/ 1240631 h 1501997"/>
              <a:gd name="connsiteX162" fmla="*/ 1506950 w 4257865"/>
              <a:gd name="connsiteY162" fmla="*/ 1224533 h 1501997"/>
              <a:gd name="connsiteX163" fmla="*/ 1542383 w 4257865"/>
              <a:gd name="connsiteY163" fmla="*/ 1218628 h 1501997"/>
              <a:gd name="connsiteX164" fmla="*/ 95 w 4257865"/>
              <a:gd name="connsiteY164" fmla="*/ 709898 h 1501997"/>
              <a:gd name="connsiteX165" fmla="*/ 177546 w 4257865"/>
              <a:gd name="connsiteY165" fmla="*/ 709898 h 1501997"/>
              <a:gd name="connsiteX166" fmla="*/ 177546 w 4257865"/>
              <a:gd name="connsiteY166" fmla="*/ 887349 h 1501997"/>
              <a:gd name="connsiteX167" fmla="*/ 95 w 4257865"/>
              <a:gd name="connsiteY167" fmla="*/ 887349 h 1501997"/>
              <a:gd name="connsiteX168" fmla="*/ 0 w 4257865"/>
              <a:gd name="connsiteY168" fmla="*/ 354901 h 1501997"/>
              <a:gd name="connsiteX169" fmla="*/ 532543 w 4257865"/>
              <a:gd name="connsiteY169" fmla="*/ 354901 h 1501997"/>
              <a:gd name="connsiteX170" fmla="*/ 532543 w 4257865"/>
              <a:gd name="connsiteY170" fmla="*/ 532352 h 1501997"/>
              <a:gd name="connsiteX171" fmla="*/ 0 w 4257865"/>
              <a:gd name="connsiteY171" fmla="*/ 532352 h 1501997"/>
              <a:gd name="connsiteX172" fmla="*/ 3359657 w 4257865"/>
              <a:gd name="connsiteY172" fmla="*/ 340900 h 1501997"/>
              <a:gd name="connsiteX173" fmla="*/ 3286791 w 4257865"/>
              <a:gd name="connsiteY173" fmla="*/ 354330 h 1501997"/>
              <a:gd name="connsiteX174" fmla="*/ 3233737 w 4257865"/>
              <a:gd name="connsiteY174" fmla="*/ 388334 h 1501997"/>
              <a:gd name="connsiteX175" fmla="*/ 3201161 w 4257865"/>
              <a:gd name="connsiteY175" fmla="*/ 434340 h 1501997"/>
              <a:gd name="connsiteX176" fmla="*/ 3189826 w 4257865"/>
              <a:gd name="connsiteY176" fmla="*/ 485299 h 1501997"/>
              <a:gd name="connsiteX177" fmla="*/ 3515391 w 4257865"/>
              <a:gd name="connsiteY177" fmla="*/ 485299 h 1501997"/>
              <a:gd name="connsiteX178" fmla="*/ 3505485 w 4257865"/>
              <a:gd name="connsiteY178" fmla="*/ 434340 h 1501997"/>
              <a:gd name="connsiteX179" fmla="*/ 3476434 w 4257865"/>
              <a:gd name="connsiteY179" fmla="*/ 388334 h 1501997"/>
              <a:gd name="connsiteX180" fmla="*/ 3427570 w 4257865"/>
              <a:gd name="connsiteY180" fmla="*/ 354330 h 1501997"/>
              <a:gd name="connsiteX181" fmla="*/ 3359657 w 4257865"/>
              <a:gd name="connsiteY181" fmla="*/ 340900 h 1501997"/>
              <a:gd name="connsiteX182" fmla="*/ 1150334 w 4257865"/>
              <a:gd name="connsiteY182" fmla="*/ 211455 h 1501997"/>
              <a:gd name="connsiteX183" fmla="*/ 1317402 w 4257865"/>
              <a:gd name="connsiteY183" fmla="*/ 211455 h 1501997"/>
              <a:gd name="connsiteX184" fmla="*/ 1317402 w 4257865"/>
              <a:gd name="connsiteY184" fmla="*/ 625507 h 1501997"/>
              <a:gd name="connsiteX185" fmla="*/ 1352073 w 4257865"/>
              <a:gd name="connsiteY185" fmla="*/ 723900 h 1501997"/>
              <a:gd name="connsiteX186" fmla="*/ 1441989 w 4257865"/>
              <a:gd name="connsiteY186" fmla="*/ 758571 h 1501997"/>
              <a:gd name="connsiteX187" fmla="*/ 1505712 w 4257865"/>
              <a:gd name="connsiteY187" fmla="*/ 745141 h 1501997"/>
              <a:gd name="connsiteX188" fmla="*/ 1556670 w 4257865"/>
              <a:gd name="connsiteY188" fmla="*/ 707612 h 1501997"/>
              <a:gd name="connsiteX189" fmla="*/ 1589913 w 4257865"/>
              <a:gd name="connsiteY189" fmla="*/ 651701 h 1501997"/>
              <a:gd name="connsiteX190" fmla="*/ 1601914 w 4257865"/>
              <a:gd name="connsiteY190" fmla="*/ 583025 h 1501997"/>
              <a:gd name="connsiteX191" fmla="*/ 1601819 w 4257865"/>
              <a:gd name="connsiteY191" fmla="*/ 583025 h 1501997"/>
              <a:gd name="connsiteX192" fmla="*/ 1601819 w 4257865"/>
              <a:gd name="connsiteY192" fmla="*/ 211455 h 1501997"/>
              <a:gd name="connsiteX193" fmla="*/ 1768887 w 4257865"/>
              <a:gd name="connsiteY193" fmla="*/ 211455 h 1501997"/>
              <a:gd name="connsiteX194" fmla="*/ 1768887 w 4257865"/>
              <a:gd name="connsiteY194" fmla="*/ 887349 h 1501997"/>
              <a:gd name="connsiteX195" fmla="*/ 1608963 w 4257865"/>
              <a:gd name="connsiteY195" fmla="*/ 887349 h 1501997"/>
              <a:gd name="connsiteX196" fmla="*/ 1604772 w 4257865"/>
              <a:gd name="connsiteY196" fmla="*/ 812292 h 1501997"/>
              <a:gd name="connsiteX197" fmla="*/ 1573625 w 4257865"/>
              <a:gd name="connsiteY197" fmla="*/ 842010 h 1501997"/>
              <a:gd name="connsiteX198" fmla="*/ 1531143 w 4257865"/>
              <a:gd name="connsiteY198" fmla="*/ 871061 h 1501997"/>
              <a:gd name="connsiteX199" fmla="*/ 1475898 w 4257865"/>
              <a:gd name="connsiteY199" fmla="*/ 893064 h 1501997"/>
              <a:gd name="connsiteX200" fmla="*/ 1405128 w 4257865"/>
              <a:gd name="connsiteY200" fmla="*/ 901541 h 1501997"/>
              <a:gd name="connsiteX201" fmla="*/ 1215485 w 4257865"/>
              <a:gd name="connsiteY201" fmla="*/ 827246 h 1501997"/>
              <a:gd name="connsiteX202" fmla="*/ 1150334 w 4257865"/>
              <a:gd name="connsiteY202" fmla="*/ 626936 h 1501997"/>
              <a:gd name="connsiteX203" fmla="*/ 4175664 w 4257865"/>
              <a:gd name="connsiteY203" fmla="*/ 202882 h 1501997"/>
              <a:gd name="connsiteX204" fmla="*/ 4218813 w 4257865"/>
              <a:gd name="connsiteY204" fmla="*/ 205739 h 1501997"/>
              <a:gd name="connsiteX205" fmla="*/ 4218908 w 4257865"/>
              <a:gd name="connsiteY205" fmla="*/ 205739 h 1501997"/>
              <a:gd name="connsiteX206" fmla="*/ 4257865 w 4257865"/>
              <a:gd name="connsiteY206" fmla="*/ 215645 h 1501997"/>
              <a:gd name="connsiteX207" fmla="*/ 4223861 w 4257865"/>
              <a:gd name="connsiteY207" fmla="*/ 372808 h 1501997"/>
              <a:gd name="connsiteX208" fmla="*/ 4189190 w 4257865"/>
              <a:gd name="connsiteY208" fmla="*/ 362902 h 1501997"/>
              <a:gd name="connsiteX209" fmla="*/ 4147471 w 4257865"/>
              <a:gd name="connsiteY209" fmla="*/ 360045 h 1501997"/>
              <a:gd name="connsiteX210" fmla="*/ 4082320 w 4257865"/>
              <a:gd name="connsiteY210" fmla="*/ 371379 h 1501997"/>
              <a:gd name="connsiteX211" fmla="*/ 4028503 w 4257865"/>
              <a:gd name="connsiteY211" fmla="*/ 403955 h 1501997"/>
              <a:gd name="connsiteX212" fmla="*/ 3992404 w 4257865"/>
              <a:gd name="connsiteY212" fmla="*/ 454913 h 1501997"/>
              <a:gd name="connsiteX213" fmla="*/ 3978973 w 4257865"/>
              <a:gd name="connsiteY213" fmla="*/ 521398 h 1501997"/>
              <a:gd name="connsiteX214" fmla="*/ 3978973 w 4257865"/>
              <a:gd name="connsiteY214" fmla="*/ 887349 h 1501997"/>
              <a:gd name="connsiteX215" fmla="*/ 3811905 w 4257865"/>
              <a:gd name="connsiteY215" fmla="*/ 887349 h 1501997"/>
              <a:gd name="connsiteX216" fmla="*/ 3811905 w 4257865"/>
              <a:gd name="connsiteY216" fmla="*/ 211454 h 1501997"/>
              <a:gd name="connsiteX217" fmla="*/ 3971925 w 4257865"/>
              <a:gd name="connsiteY217" fmla="*/ 211454 h 1501997"/>
              <a:gd name="connsiteX218" fmla="*/ 3976116 w 4257865"/>
              <a:gd name="connsiteY218" fmla="*/ 299180 h 1501997"/>
              <a:gd name="connsiteX219" fmla="*/ 4005167 w 4257865"/>
              <a:gd name="connsiteY219" fmla="*/ 268033 h 1501997"/>
              <a:gd name="connsiteX220" fmla="*/ 4046887 w 4257865"/>
              <a:gd name="connsiteY220" fmla="*/ 236886 h 1501997"/>
              <a:gd name="connsiteX221" fmla="*/ 4102798 w 4257865"/>
              <a:gd name="connsiteY221" fmla="*/ 212788 h 1501997"/>
              <a:gd name="connsiteX222" fmla="*/ 4175664 w 4257865"/>
              <a:gd name="connsiteY222" fmla="*/ 202882 h 1501997"/>
              <a:gd name="connsiteX223" fmla="*/ 3359753 w 4257865"/>
              <a:gd name="connsiteY223" fmla="*/ 200787 h 1501997"/>
              <a:gd name="connsiteX224" fmla="*/ 3513295 w 4257865"/>
              <a:gd name="connsiteY224" fmla="*/ 234029 h 1501997"/>
              <a:gd name="connsiteX225" fmla="*/ 3614546 w 4257865"/>
              <a:gd name="connsiteY225" fmla="*/ 321088 h 1501997"/>
              <a:gd name="connsiteX226" fmla="*/ 3614641 w 4257865"/>
              <a:gd name="connsiteY226" fmla="*/ 321088 h 1501997"/>
              <a:gd name="connsiteX227" fmla="*/ 3669887 w 4257865"/>
              <a:gd name="connsiteY227" fmla="*/ 442817 h 1501997"/>
              <a:gd name="connsiteX228" fmla="*/ 3686841 w 4257865"/>
              <a:gd name="connsiteY228" fmla="*/ 581596 h 1501997"/>
              <a:gd name="connsiteX229" fmla="*/ 3686841 w 4257865"/>
              <a:gd name="connsiteY229" fmla="*/ 605600 h 1501997"/>
              <a:gd name="connsiteX230" fmla="*/ 3191350 w 4257865"/>
              <a:gd name="connsiteY230" fmla="*/ 605600 h 1501997"/>
              <a:gd name="connsiteX231" fmla="*/ 3207638 w 4257865"/>
              <a:gd name="connsiteY231" fmla="*/ 672179 h 1501997"/>
              <a:gd name="connsiteX232" fmla="*/ 3250120 w 4257865"/>
              <a:gd name="connsiteY232" fmla="*/ 723138 h 1501997"/>
              <a:gd name="connsiteX233" fmla="*/ 3309556 w 4257865"/>
              <a:gd name="connsiteY233" fmla="*/ 755713 h 1501997"/>
              <a:gd name="connsiteX234" fmla="*/ 3375373 w 4257865"/>
              <a:gd name="connsiteY234" fmla="*/ 767048 h 1501997"/>
              <a:gd name="connsiteX235" fmla="*/ 3459574 w 4257865"/>
              <a:gd name="connsiteY235" fmla="*/ 757809 h 1501997"/>
              <a:gd name="connsiteX236" fmla="*/ 3521106 w 4257865"/>
              <a:gd name="connsiteY236" fmla="*/ 736568 h 1501997"/>
              <a:gd name="connsiteX237" fmla="*/ 3562825 w 4257865"/>
              <a:gd name="connsiteY237" fmla="*/ 711041 h 1501997"/>
              <a:gd name="connsiteX238" fmla="*/ 3587590 w 4257865"/>
              <a:gd name="connsiteY238" fmla="*/ 689134 h 1501997"/>
              <a:gd name="connsiteX239" fmla="*/ 3678173 w 4257865"/>
              <a:gd name="connsiteY239" fmla="*/ 791051 h 1501997"/>
              <a:gd name="connsiteX240" fmla="*/ 3654837 w 4257865"/>
              <a:gd name="connsiteY240" fmla="*/ 814388 h 1501997"/>
              <a:gd name="connsiteX241" fmla="*/ 3599592 w 4257865"/>
              <a:gd name="connsiteY241" fmla="*/ 854774 h 1501997"/>
              <a:gd name="connsiteX242" fmla="*/ 3507580 w 4257865"/>
              <a:gd name="connsiteY242" fmla="*/ 892969 h 1501997"/>
              <a:gd name="connsiteX243" fmla="*/ 3373849 w 4257865"/>
              <a:gd name="connsiteY243" fmla="*/ 909923 h 1501997"/>
              <a:gd name="connsiteX244" fmla="*/ 3229450 w 4257865"/>
              <a:gd name="connsiteY244" fmla="*/ 883063 h 1501997"/>
              <a:gd name="connsiteX245" fmla="*/ 3118389 w 4257865"/>
              <a:gd name="connsiteY245" fmla="*/ 808768 h 1501997"/>
              <a:gd name="connsiteX246" fmla="*/ 3047618 w 4257865"/>
              <a:gd name="connsiteY246" fmla="*/ 694849 h 1501997"/>
              <a:gd name="connsiteX247" fmla="*/ 3022853 w 4257865"/>
              <a:gd name="connsiteY247" fmla="*/ 547592 h 1501997"/>
              <a:gd name="connsiteX248" fmla="*/ 3047618 w 4257865"/>
              <a:gd name="connsiteY248" fmla="*/ 411004 h 1501997"/>
              <a:gd name="connsiteX249" fmla="*/ 3116960 w 4257865"/>
              <a:gd name="connsiteY249" fmla="*/ 301276 h 1501997"/>
              <a:gd name="connsiteX250" fmla="*/ 3223164 w 4257865"/>
              <a:gd name="connsiteY250" fmla="*/ 227647 h 1501997"/>
              <a:gd name="connsiteX251" fmla="*/ 3359753 w 4257865"/>
              <a:gd name="connsiteY251" fmla="*/ 200787 h 1501997"/>
              <a:gd name="connsiteX252" fmla="*/ 2570606 w 4257865"/>
              <a:gd name="connsiteY252" fmla="*/ 285 h 1501997"/>
              <a:gd name="connsiteX253" fmla="*/ 2737675 w 4257865"/>
              <a:gd name="connsiteY253" fmla="*/ 285 h 1501997"/>
              <a:gd name="connsiteX254" fmla="*/ 2737675 w 4257865"/>
              <a:gd name="connsiteY254" fmla="*/ 211454 h 1501997"/>
              <a:gd name="connsiteX255" fmla="*/ 2916078 w 4257865"/>
              <a:gd name="connsiteY255" fmla="*/ 211454 h 1501997"/>
              <a:gd name="connsiteX256" fmla="*/ 2916078 w 4257865"/>
              <a:gd name="connsiteY256" fmla="*/ 355187 h 1501997"/>
              <a:gd name="connsiteX257" fmla="*/ 2737675 w 4257865"/>
              <a:gd name="connsiteY257" fmla="*/ 355187 h 1501997"/>
              <a:gd name="connsiteX258" fmla="*/ 2737675 w 4257865"/>
              <a:gd name="connsiteY258" fmla="*/ 649604 h 1501997"/>
              <a:gd name="connsiteX259" fmla="*/ 2756820 w 4257865"/>
              <a:gd name="connsiteY259" fmla="*/ 736663 h 1501997"/>
              <a:gd name="connsiteX260" fmla="*/ 2818351 w 4257865"/>
              <a:gd name="connsiteY260" fmla="*/ 767048 h 1501997"/>
              <a:gd name="connsiteX261" fmla="*/ 2881312 w 4257865"/>
              <a:gd name="connsiteY261" fmla="*/ 755713 h 1501997"/>
              <a:gd name="connsiteX262" fmla="*/ 2881407 w 4257865"/>
              <a:gd name="connsiteY262" fmla="*/ 755808 h 1501997"/>
              <a:gd name="connsiteX263" fmla="*/ 2925984 w 4257865"/>
              <a:gd name="connsiteY263" fmla="*/ 728948 h 1501997"/>
              <a:gd name="connsiteX264" fmla="*/ 2996755 w 4257865"/>
              <a:gd name="connsiteY264" fmla="*/ 832294 h 1501997"/>
              <a:gd name="connsiteX265" fmla="*/ 2899124 w 4257865"/>
              <a:gd name="connsiteY265" fmla="*/ 891063 h 1501997"/>
              <a:gd name="connsiteX266" fmla="*/ 2791491 w 4257865"/>
              <a:gd name="connsiteY266" fmla="*/ 908780 h 1501997"/>
              <a:gd name="connsiteX267" fmla="*/ 2688145 w 4257865"/>
              <a:gd name="connsiteY267" fmla="*/ 891063 h 1501997"/>
              <a:gd name="connsiteX268" fmla="*/ 2619470 w 4257865"/>
              <a:gd name="connsiteY268" fmla="*/ 840771 h 1501997"/>
              <a:gd name="connsiteX269" fmla="*/ 2581941 w 4257865"/>
              <a:gd name="connsiteY269" fmla="*/ 762190 h 1501997"/>
              <a:gd name="connsiteX270" fmla="*/ 2570606 w 4257865"/>
              <a:gd name="connsiteY270" fmla="*/ 660939 h 1501997"/>
              <a:gd name="connsiteX271" fmla="*/ 2570606 w 4257865"/>
              <a:gd name="connsiteY271" fmla="*/ 355187 h 1501997"/>
              <a:gd name="connsiteX272" fmla="*/ 2457354 w 4257865"/>
              <a:gd name="connsiteY272" fmla="*/ 355187 h 1501997"/>
              <a:gd name="connsiteX273" fmla="*/ 2457354 w 4257865"/>
              <a:gd name="connsiteY273" fmla="*/ 211454 h 1501997"/>
              <a:gd name="connsiteX274" fmla="*/ 2570606 w 4257865"/>
              <a:gd name="connsiteY274" fmla="*/ 211454 h 1501997"/>
              <a:gd name="connsiteX275" fmla="*/ 1997963 w 4257865"/>
              <a:gd name="connsiteY275" fmla="*/ 285 h 1501997"/>
              <a:gd name="connsiteX276" fmla="*/ 2165032 w 4257865"/>
              <a:gd name="connsiteY276" fmla="*/ 285 h 1501997"/>
              <a:gd name="connsiteX277" fmla="*/ 2165032 w 4257865"/>
              <a:gd name="connsiteY277" fmla="*/ 211454 h 1501997"/>
              <a:gd name="connsiteX278" fmla="*/ 2343435 w 4257865"/>
              <a:gd name="connsiteY278" fmla="*/ 211454 h 1501997"/>
              <a:gd name="connsiteX279" fmla="*/ 2343435 w 4257865"/>
              <a:gd name="connsiteY279" fmla="*/ 355187 h 1501997"/>
              <a:gd name="connsiteX280" fmla="*/ 2165032 w 4257865"/>
              <a:gd name="connsiteY280" fmla="*/ 355187 h 1501997"/>
              <a:gd name="connsiteX281" fmla="*/ 2165032 w 4257865"/>
              <a:gd name="connsiteY281" fmla="*/ 649604 h 1501997"/>
              <a:gd name="connsiteX282" fmla="*/ 2184177 w 4257865"/>
              <a:gd name="connsiteY282" fmla="*/ 736663 h 1501997"/>
              <a:gd name="connsiteX283" fmla="*/ 2245708 w 4257865"/>
              <a:gd name="connsiteY283" fmla="*/ 767048 h 1501997"/>
              <a:gd name="connsiteX284" fmla="*/ 2308669 w 4257865"/>
              <a:gd name="connsiteY284" fmla="*/ 755713 h 1501997"/>
              <a:gd name="connsiteX285" fmla="*/ 2308669 w 4257865"/>
              <a:gd name="connsiteY285" fmla="*/ 755808 h 1501997"/>
              <a:gd name="connsiteX286" fmla="*/ 2353246 w 4257865"/>
              <a:gd name="connsiteY286" fmla="*/ 728948 h 1501997"/>
              <a:gd name="connsiteX287" fmla="*/ 2424016 w 4257865"/>
              <a:gd name="connsiteY287" fmla="*/ 832294 h 1501997"/>
              <a:gd name="connsiteX288" fmla="*/ 2326385 w 4257865"/>
              <a:gd name="connsiteY288" fmla="*/ 891063 h 1501997"/>
              <a:gd name="connsiteX289" fmla="*/ 2218848 w 4257865"/>
              <a:gd name="connsiteY289" fmla="*/ 908780 h 1501997"/>
              <a:gd name="connsiteX290" fmla="*/ 2115502 w 4257865"/>
              <a:gd name="connsiteY290" fmla="*/ 891063 h 1501997"/>
              <a:gd name="connsiteX291" fmla="*/ 2046826 w 4257865"/>
              <a:gd name="connsiteY291" fmla="*/ 840771 h 1501997"/>
              <a:gd name="connsiteX292" fmla="*/ 2009298 w 4257865"/>
              <a:gd name="connsiteY292" fmla="*/ 762190 h 1501997"/>
              <a:gd name="connsiteX293" fmla="*/ 1997963 w 4257865"/>
              <a:gd name="connsiteY293" fmla="*/ 660939 h 1501997"/>
              <a:gd name="connsiteX294" fmla="*/ 1997963 w 4257865"/>
              <a:gd name="connsiteY294" fmla="*/ 355187 h 1501997"/>
              <a:gd name="connsiteX295" fmla="*/ 1884711 w 4257865"/>
              <a:gd name="connsiteY295" fmla="*/ 355187 h 1501997"/>
              <a:gd name="connsiteX296" fmla="*/ 1884711 w 4257865"/>
              <a:gd name="connsiteY296" fmla="*/ 211454 h 1501997"/>
              <a:gd name="connsiteX297" fmla="*/ 1997963 w 4257865"/>
              <a:gd name="connsiteY297" fmla="*/ 211454 h 1501997"/>
              <a:gd name="connsiteX298" fmla="*/ 4169663 w 4257865"/>
              <a:gd name="connsiteY298" fmla="*/ 190 h 1501997"/>
              <a:gd name="connsiteX299" fmla="*/ 4188618 w 4257865"/>
              <a:gd name="connsiteY299" fmla="*/ 190 h 1501997"/>
              <a:gd name="connsiteX300" fmla="*/ 4211669 w 4257865"/>
              <a:gd name="connsiteY300" fmla="*/ 41624 h 1501997"/>
              <a:gd name="connsiteX301" fmla="*/ 4234147 w 4257865"/>
              <a:gd name="connsiteY301" fmla="*/ 190 h 1501997"/>
              <a:gd name="connsiteX302" fmla="*/ 4253197 w 4257865"/>
              <a:gd name="connsiteY302" fmla="*/ 190 h 1501997"/>
              <a:gd name="connsiteX303" fmla="*/ 4257388 w 4257865"/>
              <a:gd name="connsiteY303" fmla="*/ 88582 h 1501997"/>
              <a:gd name="connsiteX304" fmla="*/ 4237386 w 4257865"/>
              <a:gd name="connsiteY304" fmla="*/ 88582 h 1501997"/>
              <a:gd name="connsiteX305" fmla="*/ 4234814 w 4257865"/>
              <a:gd name="connsiteY305" fmla="*/ 30765 h 1501997"/>
              <a:gd name="connsiteX306" fmla="*/ 4216526 w 4257865"/>
              <a:gd name="connsiteY306" fmla="*/ 65246 h 1501997"/>
              <a:gd name="connsiteX307" fmla="*/ 4206239 w 4257865"/>
              <a:gd name="connsiteY307" fmla="*/ 65246 h 1501997"/>
              <a:gd name="connsiteX308" fmla="*/ 4186808 w 4257865"/>
              <a:gd name="connsiteY308" fmla="*/ 31146 h 1501997"/>
              <a:gd name="connsiteX309" fmla="*/ 4184617 w 4257865"/>
              <a:gd name="connsiteY309" fmla="*/ 88582 h 1501997"/>
              <a:gd name="connsiteX310" fmla="*/ 4165472 w 4257865"/>
              <a:gd name="connsiteY310" fmla="*/ 88582 h 1501997"/>
              <a:gd name="connsiteX311" fmla="*/ 4079652 w 4257865"/>
              <a:gd name="connsiteY311" fmla="*/ 190 h 1501997"/>
              <a:gd name="connsiteX312" fmla="*/ 4156900 w 4257865"/>
              <a:gd name="connsiteY312" fmla="*/ 190 h 1501997"/>
              <a:gd name="connsiteX313" fmla="*/ 4156900 w 4257865"/>
              <a:gd name="connsiteY313" fmla="*/ 17811 h 1501997"/>
              <a:gd name="connsiteX314" fmla="*/ 4128420 w 4257865"/>
              <a:gd name="connsiteY314" fmla="*/ 17811 h 1501997"/>
              <a:gd name="connsiteX315" fmla="*/ 4128420 w 4257865"/>
              <a:gd name="connsiteY315" fmla="*/ 88582 h 1501997"/>
              <a:gd name="connsiteX316" fmla="*/ 4108227 w 4257865"/>
              <a:gd name="connsiteY316" fmla="*/ 88582 h 1501997"/>
              <a:gd name="connsiteX317" fmla="*/ 4108227 w 4257865"/>
              <a:gd name="connsiteY317" fmla="*/ 17811 h 1501997"/>
              <a:gd name="connsiteX318" fmla="*/ 4079652 w 4257865"/>
              <a:gd name="connsiteY318" fmla="*/ 17811 h 1501997"/>
              <a:gd name="connsiteX319" fmla="*/ 831532 w 4257865"/>
              <a:gd name="connsiteY319" fmla="*/ 190 h 1501997"/>
              <a:gd name="connsiteX320" fmla="*/ 998600 w 4257865"/>
              <a:gd name="connsiteY320" fmla="*/ 190 h 1501997"/>
              <a:gd name="connsiteX321" fmla="*/ 998600 w 4257865"/>
              <a:gd name="connsiteY321" fmla="*/ 887349 h 1501997"/>
              <a:gd name="connsiteX322" fmla="*/ 831532 w 4257865"/>
              <a:gd name="connsiteY322" fmla="*/ 887349 h 1501997"/>
              <a:gd name="connsiteX323" fmla="*/ 0 w 4257865"/>
              <a:gd name="connsiteY323" fmla="*/ 0 h 1501997"/>
              <a:gd name="connsiteX324" fmla="*/ 709993 w 4257865"/>
              <a:gd name="connsiteY324" fmla="*/ 0 h 1501997"/>
              <a:gd name="connsiteX325" fmla="*/ 709993 w 4257865"/>
              <a:gd name="connsiteY325" fmla="*/ 177451 h 1501997"/>
              <a:gd name="connsiteX326" fmla="*/ 0 w 4257865"/>
              <a:gd name="connsiteY326" fmla="*/ 177451 h 1501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</a:cxnLst>
            <a:rect l="l" t="t" r="r" b="b"/>
            <a:pathLst>
              <a:path w="4257865" h="1501997">
                <a:moveTo>
                  <a:pt x="1503045" y="1381696"/>
                </a:moveTo>
                <a:lnTo>
                  <a:pt x="1503176" y="1381851"/>
                </a:lnTo>
                <a:lnTo>
                  <a:pt x="1488090" y="1397126"/>
                </a:lnTo>
                <a:cubicBezTo>
                  <a:pt x="1485042" y="1402746"/>
                  <a:pt x="1483423" y="1408652"/>
                  <a:pt x="1483423" y="1414843"/>
                </a:cubicBezTo>
                <a:cubicBezTo>
                  <a:pt x="1483423" y="1423416"/>
                  <a:pt x="1486566" y="1430083"/>
                  <a:pt x="1492853" y="1434750"/>
                </a:cubicBezTo>
                <a:cubicBezTo>
                  <a:pt x="1499139" y="1439513"/>
                  <a:pt x="1506378" y="1441799"/>
                  <a:pt x="1514379" y="1441799"/>
                </a:cubicBezTo>
                <a:cubicBezTo>
                  <a:pt x="1519523" y="1441799"/>
                  <a:pt x="1524381" y="1441037"/>
                  <a:pt x="1529048" y="1439608"/>
                </a:cubicBezTo>
                <a:cubicBezTo>
                  <a:pt x="1533715" y="1438179"/>
                  <a:pt x="1539049" y="1435417"/>
                  <a:pt x="1544955" y="1431321"/>
                </a:cubicBezTo>
                <a:lnTo>
                  <a:pt x="1503176" y="1381851"/>
                </a:lnTo>
                <a:lnTo>
                  <a:pt x="1503235" y="1381791"/>
                </a:lnTo>
                <a:close/>
                <a:moveTo>
                  <a:pt x="2832735" y="1288732"/>
                </a:moveTo>
                <a:lnTo>
                  <a:pt x="2801683" y="1387506"/>
                </a:lnTo>
                <a:lnTo>
                  <a:pt x="2862548" y="1387506"/>
                </a:lnTo>
                <a:close/>
                <a:moveTo>
                  <a:pt x="3387661" y="1288637"/>
                </a:moveTo>
                <a:lnTo>
                  <a:pt x="3387661" y="1432179"/>
                </a:lnTo>
                <a:lnTo>
                  <a:pt x="3416712" y="1432179"/>
                </a:lnTo>
                <a:lnTo>
                  <a:pt x="3416808" y="1432179"/>
                </a:lnTo>
                <a:cubicBezTo>
                  <a:pt x="3440144" y="1432179"/>
                  <a:pt x="3458241" y="1425511"/>
                  <a:pt x="3471005" y="1412176"/>
                </a:cubicBezTo>
                <a:cubicBezTo>
                  <a:pt x="3483768" y="1398841"/>
                  <a:pt x="3490150" y="1381601"/>
                  <a:pt x="3490150" y="1360360"/>
                </a:cubicBezTo>
                <a:cubicBezTo>
                  <a:pt x="3490150" y="1349597"/>
                  <a:pt x="3488721" y="1339882"/>
                  <a:pt x="3485673" y="1331119"/>
                </a:cubicBezTo>
                <a:cubicBezTo>
                  <a:pt x="3482720" y="1322356"/>
                  <a:pt x="3478244" y="1314831"/>
                  <a:pt x="3472148" y="1308544"/>
                </a:cubicBezTo>
                <a:cubicBezTo>
                  <a:pt x="3466052" y="1302258"/>
                  <a:pt x="3458527" y="1297305"/>
                  <a:pt x="3449383" y="1293876"/>
                </a:cubicBezTo>
                <a:cubicBezTo>
                  <a:pt x="3440239" y="1290352"/>
                  <a:pt x="3429381" y="1288637"/>
                  <a:pt x="3416712" y="1288637"/>
                </a:cubicBezTo>
                <a:close/>
                <a:moveTo>
                  <a:pt x="2019109" y="1282731"/>
                </a:moveTo>
                <a:lnTo>
                  <a:pt x="2019109" y="1347692"/>
                </a:lnTo>
                <a:lnTo>
                  <a:pt x="2053780" y="1347692"/>
                </a:lnTo>
                <a:lnTo>
                  <a:pt x="2053875" y="1347596"/>
                </a:lnTo>
                <a:cubicBezTo>
                  <a:pt x="2063305" y="1347596"/>
                  <a:pt x="2070925" y="1344739"/>
                  <a:pt x="2076830" y="1338929"/>
                </a:cubicBezTo>
                <a:cubicBezTo>
                  <a:pt x="2082736" y="1333119"/>
                  <a:pt x="2085688" y="1325403"/>
                  <a:pt x="2085688" y="1315783"/>
                </a:cubicBezTo>
                <a:cubicBezTo>
                  <a:pt x="2085688" y="1305591"/>
                  <a:pt x="2082831" y="1297495"/>
                  <a:pt x="2077211" y="1291590"/>
                </a:cubicBezTo>
                <a:cubicBezTo>
                  <a:pt x="2071591" y="1285684"/>
                  <a:pt x="2063590" y="1282731"/>
                  <a:pt x="2053398" y="1282731"/>
                </a:cubicBezTo>
                <a:close/>
                <a:moveTo>
                  <a:pt x="3316414" y="1226248"/>
                </a:moveTo>
                <a:lnTo>
                  <a:pt x="3419570" y="1226248"/>
                </a:lnTo>
                <a:cubicBezTo>
                  <a:pt x="3440239" y="1226248"/>
                  <a:pt x="3459384" y="1228915"/>
                  <a:pt x="3477006" y="1234345"/>
                </a:cubicBezTo>
                <a:cubicBezTo>
                  <a:pt x="3494627" y="1239774"/>
                  <a:pt x="3509867" y="1247870"/>
                  <a:pt x="3522726" y="1258919"/>
                </a:cubicBezTo>
                <a:cubicBezTo>
                  <a:pt x="3535584" y="1269968"/>
                  <a:pt x="3545681" y="1284065"/>
                  <a:pt x="3552920" y="1301210"/>
                </a:cubicBezTo>
                <a:cubicBezTo>
                  <a:pt x="3560159" y="1318355"/>
                  <a:pt x="3563778" y="1338739"/>
                  <a:pt x="3563778" y="1362075"/>
                </a:cubicBezTo>
                <a:cubicBezTo>
                  <a:pt x="3563778" y="1385411"/>
                  <a:pt x="3560064" y="1403794"/>
                  <a:pt x="3552729" y="1420273"/>
                </a:cubicBezTo>
                <a:cubicBezTo>
                  <a:pt x="3545300" y="1436846"/>
                  <a:pt x="3535203" y="1450657"/>
                  <a:pt x="3522344" y="1461802"/>
                </a:cubicBezTo>
                <a:cubicBezTo>
                  <a:pt x="3509486" y="1472946"/>
                  <a:pt x="3494151" y="1481232"/>
                  <a:pt x="3476434" y="1486757"/>
                </a:cubicBezTo>
                <a:cubicBezTo>
                  <a:pt x="3458718" y="1492282"/>
                  <a:pt x="3439572" y="1495044"/>
                  <a:pt x="3419189" y="1495044"/>
                </a:cubicBezTo>
                <a:lnTo>
                  <a:pt x="3316414" y="1495044"/>
                </a:lnTo>
                <a:close/>
                <a:moveTo>
                  <a:pt x="3013138" y="1226248"/>
                </a:moveTo>
                <a:lnTo>
                  <a:pt x="3013233" y="1226248"/>
                </a:lnTo>
                <a:lnTo>
                  <a:pt x="3078099" y="1226248"/>
                </a:lnTo>
                <a:lnTo>
                  <a:pt x="3181254" y="1376171"/>
                </a:lnTo>
                <a:lnTo>
                  <a:pt x="3181254" y="1226248"/>
                </a:lnTo>
                <a:lnTo>
                  <a:pt x="3251834" y="1226248"/>
                </a:lnTo>
                <a:lnTo>
                  <a:pt x="3251834" y="1495139"/>
                </a:lnTo>
                <a:lnTo>
                  <a:pt x="3190970" y="1495139"/>
                </a:lnTo>
                <a:lnTo>
                  <a:pt x="3083718" y="1340738"/>
                </a:lnTo>
                <a:lnTo>
                  <a:pt x="3083718" y="1495139"/>
                </a:lnTo>
                <a:lnTo>
                  <a:pt x="3013138" y="1495139"/>
                </a:lnTo>
                <a:close/>
                <a:moveTo>
                  <a:pt x="2794349" y="1226248"/>
                </a:moveTo>
                <a:lnTo>
                  <a:pt x="2876169" y="1226248"/>
                </a:lnTo>
                <a:lnTo>
                  <a:pt x="2971324" y="1495139"/>
                </a:lnTo>
                <a:lnTo>
                  <a:pt x="2894362" y="1495139"/>
                </a:lnTo>
                <a:lnTo>
                  <a:pt x="2877026" y="1439513"/>
                </a:lnTo>
                <a:lnTo>
                  <a:pt x="2787110" y="1439513"/>
                </a:lnTo>
                <a:lnTo>
                  <a:pt x="2769394" y="1495139"/>
                </a:lnTo>
                <a:lnTo>
                  <a:pt x="2695575" y="1495139"/>
                </a:lnTo>
                <a:close/>
                <a:moveTo>
                  <a:pt x="2473928" y="1226248"/>
                </a:moveTo>
                <a:lnTo>
                  <a:pt x="2545270" y="1226248"/>
                </a:lnTo>
                <a:lnTo>
                  <a:pt x="2545270" y="1432274"/>
                </a:lnTo>
                <a:lnTo>
                  <a:pt x="2669857" y="1432274"/>
                </a:lnTo>
                <a:lnTo>
                  <a:pt x="2669857" y="1495139"/>
                </a:lnTo>
                <a:lnTo>
                  <a:pt x="2473928" y="1495139"/>
                </a:lnTo>
                <a:close/>
                <a:moveTo>
                  <a:pt x="2218753" y="1226248"/>
                </a:moveTo>
                <a:lnTo>
                  <a:pt x="2412206" y="1226248"/>
                </a:lnTo>
                <a:lnTo>
                  <a:pt x="2412206" y="1287970"/>
                </a:lnTo>
                <a:lnTo>
                  <a:pt x="2290095" y="1287970"/>
                </a:lnTo>
                <a:lnTo>
                  <a:pt x="2290095" y="1329499"/>
                </a:lnTo>
                <a:lnTo>
                  <a:pt x="2390489" y="1329499"/>
                </a:lnTo>
                <a:lnTo>
                  <a:pt x="2390489" y="1387601"/>
                </a:lnTo>
                <a:lnTo>
                  <a:pt x="2290095" y="1387601"/>
                </a:lnTo>
                <a:lnTo>
                  <a:pt x="2290095" y="1433512"/>
                </a:lnTo>
                <a:lnTo>
                  <a:pt x="2420683" y="1433512"/>
                </a:lnTo>
                <a:lnTo>
                  <a:pt x="2420683" y="1495234"/>
                </a:lnTo>
                <a:lnTo>
                  <a:pt x="2218753" y="1495234"/>
                </a:lnTo>
                <a:lnTo>
                  <a:pt x="2218753" y="1226343"/>
                </a:lnTo>
                <a:close/>
                <a:moveTo>
                  <a:pt x="1949481" y="1226248"/>
                </a:moveTo>
                <a:lnTo>
                  <a:pt x="2060733" y="1226248"/>
                </a:lnTo>
                <a:cubicBezTo>
                  <a:pt x="2075211" y="1226248"/>
                  <a:pt x="2088355" y="1228153"/>
                  <a:pt x="2100071" y="1231868"/>
                </a:cubicBezTo>
                <a:cubicBezTo>
                  <a:pt x="2111787" y="1235582"/>
                  <a:pt x="2121788" y="1241202"/>
                  <a:pt x="2130075" y="1248632"/>
                </a:cubicBezTo>
                <a:cubicBezTo>
                  <a:pt x="2138362" y="1256061"/>
                  <a:pt x="2144839" y="1265205"/>
                  <a:pt x="2149411" y="1276254"/>
                </a:cubicBezTo>
                <a:cubicBezTo>
                  <a:pt x="2153982" y="1287303"/>
                  <a:pt x="2156269" y="1300067"/>
                  <a:pt x="2156269" y="1314545"/>
                </a:cubicBezTo>
                <a:cubicBezTo>
                  <a:pt x="2156269" y="1332261"/>
                  <a:pt x="2152363" y="1347692"/>
                  <a:pt x="2144553" y="1360741"/>
                </a:cubicBezTo>
                <a:cubicBezTo>
                  <a:pt x="2136742" y="1373790"/>
                  <a:pt x="2126455" y="1384173"/>
                  <a:pt x="2113501" y="1391983"/>
                </a:cubicBezTo>
                <a:lnTo>
                  <a:pt x="2171128" y="1495139"/>
                </a:lnTo>
                <a:lnTo>
                  <a:pt x="2094547" y="1495139"/>
                </a:lnTo>
                <a:lnTo>
                  <a:pt x="2049017" y="1403603"/>
                </a:lnTo>
                <a:lnTo>
                  <a:pt x="2019204" y="1403603"/>
                </a:lnTo>
                <a:lnTo>
                  <a:pt x="2019204" y="1495139"/>
                </a:lnTo>
                <a:lnTo>
                  <a:pt x="1949481" y="1495139"/>
                </a:lnTo>
                <a:close/>
                <a:moveTo>
                  <a:pt x="1813655" y="1226248"/>
                </a:moveTo>
                <a:lnTo>
                  <a:pt x="1884997" y="1226248"/>
                </a:lnTo>
                <a:lnTo>
                  <a:pt x="1884997" y="1495139"/>
                </a:lnTo>
                <a:lnTo>
                  <a:pt x="1813655" y="1495139"/>
                </a:lnTo>
                <a:close/>
                <a:moveTo>
                  <a:pt x="1063847" y="1226248"/>
                </a:moveTo>
                <a:lnTo>
                  <a:pt x="1135189" y="1226248"/>
                </a:lnTo>
                <a:lnTo>
                  <a:pt x="1135189" y="1327023"/>
                </a:lnTo>
                <a:lnTo>
                  <a:pt x="1215390" y="1226248"/>
                </a:lnTo>
                <a:lnTo>
                  <a:pt x="1298829" y="1226248"/>
                </a:lnTo>
                <a:lnTo>
                  <a:pt x="1209389" y="1329880"/>
                </a:lnTo>
                <a:lnTo>
                  <a:pt x="1313021" y="1495139"/>
                </a:lnTo>
                <a:lnTo>
                  <a:pt x="1226343" y="1495139"/>
                </a:lnTo>
                <a:lnTo>
                  <a:pt x="1160621" y="1386268"/>
                </a:lnTo>
                <a:lnTo>
                  <a:pt x="1135189" y="1416081"/>
                </a:lnTo>
                <a:lnTo>
                  <a:pt x="1135189" y="1495139"/>
                </a:lnTo>
                <a:lnTo>
                  <a:pt x="1063847" y="1495139"/>
                </a:lnTo>
                <a:close/>
                <a:moveTo>
                  <a:pt x="769238" y="1226248"/>
                </a:moveTo>
                <a:lnTo>
                  <a:pt x="840580" y="1226248"/>
                </a:lnTo>
                <a:lnTo>
                  <a:pt x="840580" y="1383887"/>
                </a:lnTo>
                <a:cubicBezTo>
                  <a:pt x="840580" y="1398650"/>
                  <a:pt x="844009" y="1410747"/>
                  <a:pt x="850867" y="1420177"/>
                </a:cubicBezTo>
                <a:cubicBezTo>
                  <a:pt x="857725" y="1429607"/>
                  <a:pt x="869060" y="1434274"/>
                  <a:pt x="884967" y="1434274"/>
                </a:cubicBezTo>
                <a:cubicBezTo>
                  <a:pt x="900874" y="1434274"/>
                  <a:pt x="912113" y="1429511"/>
                  <a:pt x="918780" y="1419986"/>
                </a:cubicBezTo>
                <a:cubicBezTo>
                  <a:pt x="925543" y="1410461"/>
                  <a:pt x="928877" y="1398460"/>
                  <a:pt x="928877" y="1383887"/>
                </a:cubicBezTo>
                <a:lnTo>
                  <a:pt x="928877" y="1226248"/>
                </a:lnTo>
                <a:lnTo>
                  <a:pt x="1001077" y="1226248"/>
                </a:lnTo>
                <a:lnTo>
                  <a:pt x="1001077" y="1390269"/>
                </a:lnTo>
                <a:cubicBezTo>
                  <a:pt x="1001077" y="1407509"/>
                  <a:pt x="998219" y="1423034"/>
                  <a:pt x="992599" y="1436846"/>
                </a:cubicBezTo>
                <a:cubicBezTo>
                  <a:pt x="986980" y="1450657"/>
                  <a:pt x="978979" y="1462468"/>
                  <a:pt x="968596" y="1472088"/>
                </a:cubicBezTo>
                <a:cubicBezTo>
                  <a:pt x="958214" y="1481708"/>
                  <a:pt x="946022" y="1489138"/>
                  <a:pt x="931925" y="1494282"/>
                </a:cubicBezTo>
                <a:cubicBezTo>
                  <a:pt x="917828" y="1499425"/>
                  <a:pt x="902302" y="1501997"/>
                  <a:pt x="885348" y="1501997"/>
                </a:cubicBezTo>
                <a:cubicBezTo>
                  <a:pt x="868393" y="1501997"/>
                  <a:pt x="852867" y="1499425"/>
                  <a:pt x="838580" y="1494282"/>
                </a:cubicBezTo>
                <a:cubicBezTo>
                  <a:pt x="824292" y="1489233"/>
                  <a:pt x="812005" y="1481899"/>
                  <a:pt x="801718" y="1472279"/>
                </a:cubicBezTo>
                <a:cubicBezTo>
                  <a:pt x="791431" y="1462658"/>
                  <a:pt x="783335" y="1451038"/>
                  <a:pt x="777715" y="1437227"/>
                </a:cubicBezTo>
                <a:cubicBezTo>
                  <a:pt x="772096" y="1423415"/>
                  <a:pt x="769238" y="1407699"/>
                  <a:pt x="769238" y="1390269"/>
                </a:cubicBezTo>
                <a:close/>
                <a:moveTo>
                  <a:pt x="1542383" y="1218628"/>
                </a:moveTo>
                <a:cubicBezTo>
                  <a:pt x="1559337" y="1218628"/>
                  <a:pt x="1574863" y="1222724"/>
                  <a:pt x="1588960" y="1230915"/>
                </a:cubicBezTo>
                <a:cubicBezTo>
                  <a:pt x="1603057" y="1239107"/>
                  <a:pt x="1614011" y="1252156"/>
                  <a:pt x="1621821" y="1270253"/>
                </a:cubicBezTo>
                <a:lnTo>
                  <a:pt x="1572672" y="1298828"/>
                </a:lnTo>
                <a:cubicBezTo>
                  <a:pt x="1570005" y="1292161"/>
                  <a:pt x="1566386" y="1286541"/>
                  <a:pt x="1562004" y="1282065"/>
                </a:cubicBezTo>
                <a:cubicBezTo>
                  <a:pt x="1557623" y="1277588"/>
                  <a:pt x="1551908" y="1275397"/>
                  <a:pt x="1544859" y="1275397"/>
                </a:cubicBezTo>
                <a:cubicBezTo>
                  <a:pt x="1538382" y="1275397"/>
                  <a:pt x="1532953" y="1277302"/>
                  <a:pt x="1528572" y="1281207"/>
                </a:cubicBezTo>
                <a:cubicBezTo>
                  <a:pt x="1524190" y="1285112"/>
                  <a:pt x="1521904" y="1290256"/>
                  <a:pt x="1521904" y="1296733"/>
                </a:cubicBezTo>
                <a:cubicBezTo>
                  <a:pt x="1521904" y="1301305"/>
                  <a:pt x="1523238" y="1305686"/>
                  <a:pt x="1525905" y="1309878"/>
                </a:cubicBezTo>
                <a:cubicBezTo>
                  <a:pt x="1528572" y="1314069"/>
                  <a:pt x="1531429" y="1317878"/>
                  <a:pt x="1534382" y="1321403"/>
                </a:cubicBezTo>
                <a:lnTo>
                  <a:pt x="1591627" y="1388268"/>
                </a:lnTo>
                <a:cubicBezTo>
                  <a:pt x="1596961" y="1382934"/>
                  <a:pt x="1602676" y="1376838"/>
                  <a:pt x="1608772" y="1370171"/>
                </a:cubicBezTo>
                <a:cubicBezTo>
                  <a:pt x="1614773" y="1363408"/>
                  <a:pt x="1621345" y="1356169"/>
                  <a:pt x="1628298" y="1348358"/>
                </a:cubicBezTo>
                <a:lnTo>
                  <a:pt x="1673066" y="1389030"/>
                </a:lnTo>
                <a:cubicBezTo>
                  <a:pt x="1665255" y="1397603"/>
                  <a:pt x="1657826" y="1405604"/>
                  <a:pt x="1650682" y="1413033"/>
                </a:cubicBezTo>
                <a:cubicBezTo>
                  <a:pt x="1643538" y="1420463"/>
                  <a:pt x="1636871" y="1427225"/>
                  <a:pt x="1630775" y="1433417"/>
                </a:cubicBezTo>
                <a:lnTo>
                  <a:pt x="1683162" y="1494662"/>
                </a:lnTo>
                <a:lnTo>
                  <a:pt x="1599342" y="1494662"/>
                </a:lnTo>
                <a:lnTo>
                  <a:pt x="1582769" y="1475327"/>
                </a:lnTo>
                <a:lnTo>
                  <a:pt x="1582674" y="1475708"/>
                </a:lnTo>
                <a:cubicBezTo>
                  <a:pt x="1575435" y="1481042"/>
                  <a:pt x="1568481" y="1485423"/>
                  <a:pt x="1561909" y="1488566"/>
                </a:cubicBezTo>
                <a:cubicBezTo>
                  <a:pt x="1555337" y="1491805"/>
                  <a:pt x="1549050" y="1494377"/>
                  <a:pt x="1542954" y="1496377"/>
                </a:cubicBezTo>
                <a:cubicBezTo>
                  <a:pt x="1536858" y="1498377"/>
                  <a:pt x="1530953" y="1499711"/>
                  <a:pt x="1525047" y="1500378"/>
                </a:cubicBezTo>
                <a:cubicBezTo>
                  <a:pt x="1519142" y="1501044"/>
                  <a:pt x="1513046" y="1501425"/>
                  <a:pt x="1506950" y="1501425"/>
                </a:cubicBezTo>
                <a:cubicBezTo>
                  <a:pt x="1494853" y="1501425"/>
                  <a:pt x="1483328" y="1499711"/>
                  <a:pt x="1472469" y="1496187"/>
                </a:cubicBezTo>
                <a:cubicBezTo>
                  <a:pt x="1461611" y="1492662"/>
                  <a:pt x="1452086" y="1487519"/>
                  <a:pt x="1443894" y="1480661"/>
                </a:cubicBezTo>
                <a:cubicBezTo>
                  <a:pt x="1435703" y="1473803"/>
                  <a:pt x="1429226" y="1465421"/>
                  <a:pt x="1424559" y="1455515"/>
                </a:cubicBezTo>
                <a:cubicBezTo>
                  <a:pt x="1419891" y="1445609"/>
                  <a:pt x="1417510" y="1434179"/>
                  <a:pt x="1417510" y="1421225"/>
                </a:cubicBezTo>
                <a:cubicBezTo>
                  <a:pt x="1417510" y="1404556"/>
                  <a:pt x="1421796" y="1389030"/>
                  <a:pt x="1430369" y="1374648"/>
                </a:cubicBezTo>
                <a:cubicBezTo>
                  <a:pt x="1438941" y="1360265"/>
                  <a:pt x="1451610" y="1348358"/>
                  <a:pt x="1468278" y="1338929"/>
                </a:cubicBezTo>
                <a:cubicBezTo>
                  <a:pt x="1462087" y="1329499"/>
                  <a:pt x="1458277" y="1321212"/>
                  <a:pt x="1456753" y="1313878"/>
                </a:cubicBezTo>
                <a:cubicBezTo>
                  <a:pt x="1455324" y="1306639"/>
                  <a:pt x="1454562" y="1299876"/>
                  <a:pt x="1454562" y="1293685"/>
                </a:cubicBezTo>
                <a:cubicBezTo>
                  <a:pt x="1454562" y="1283207"/>
                  <a:pt x="1456753" y="1273492"/>
                  <a:pt x="1461039" y="1264443"/>
                </a:cubicBezTo>
                <a:cubicBezTo>
                  <a:pt x="1465326" y="1255395"/>
                  <a:pt x="1471422" y="1247489"/>
                  <a:pt x="1479137" y="1240631"/>
                </a:cubicBezTo>
                <a:cubicBezTo>
                  <a:pt x="1486852" y="1233773"/>
                  <a:pt x="1496187" y="1228439"/>
                  <a:pt x="1506950" y="1224533"/>
                </a:cubicBezTo>
                <a:cubicBezTo>
                  <a:pt x="1517713" y="1220628"/>
                  <a:pt x="1529524" y="1218628"/>
                  <a:pt x="1542383" y="1218628"/>
                </a:cubicBezTo>
                <a:close/>
                <a:moveTo>
                  <a:pt x="95" y="709898"/>
                </a:moveTo>
                <a:lnTo>
                  <a:pt x="177546" y="709898"/>
                </a:lnTo>
                <a:lnTo>
                  <a:pt x="177546" y="887349"/>
                </a:lnTo>
                <a:lnTo>
                  <a:pt x="95" y="887349"/>
                </a:lnTo>
                <a:close/>
                <a:moveTo>
                  <a:pt x="0" y="354901"/>
                </a:moveTo>
                <a:lnTo>
                  <a:pt x="532543" y="354901"/>
                </a:lnTo>
                <a:lnTo>
                  <a:pt x="532543" y="532352"/>
                </a:lnTo>
                <a:lnTo>
                  <a:pt x="0" y="532352"/>
                </a:lnTo>
                <a:close/>
                <a:moveTo>
                  <a:pt x="3359657" y="340900"/>
                </a:moveTo>
                <a:cubicBezTo>
                  <a:pt x="3332320" y="340900"/>
                  <a:pt x="3308032" y="345377"/>
                  <a:pt x="3286791" y="354330"/>
                </a:cubicBezTo>
                <a:cubicBezTo>
                  <a:pt x="3265550" y="363283"/>
                  <a:pt x="3247929" y="374618"/>
                  <a:pt x="3233737" y="388334"/>
                </a:cubicBezTo>
                <a:cubicBezTo>
                  <a:pt x="3219544" y="402050"/>
                  <a:pt x="3208686" y="417385"/>
                  <a:pt x="3201161" y="434340"/>
                </a:cubicBezTo>
                <a:cubicBezTo>
                  <a:pt x="3193636" y="451294"/>
                  <a:pt x="3189826" y="468344"/>
                  <a:pt x="3189826" y="485299"/>
                </a:cubicBezTo>
                <a:lnTo>
                  <a:pt x="3515391" y="485299"/>
                </a:lnTo>
                <a:cubicBezTo>
                  <a:pt x="3515391" y="468344"/>
                  <a:pt x="3512057" y="451294"/>
                  <a:pt x="3505485" y="434340"/>
                </a:cubicBezTo>
                <a:cubicBezTo>
                  <a:pt x="3498817" y="417385"/>
                  <a:pt x="3489197" y="402050"/>
                  <a:pt x="3476434" y="388334"/>
                </a:cubicBezTo>
                <a:cubicBezTo>
                  <a:pt x="3463670" y="374618"/>
                  <a:pt x="3447382" y="363283"/>
                  <a:pt x="3427570" y="354330"/>
                </a:cubicBezTo>
                <a:cubicBezTo>
                  <a:pt x="3407758" y="345377"/>
                  <a:pt x="3385184" y="340900"/>
                  <a:pt x="3359657" y="340900"/>
                </a:cubicBezTo>
                <a:close/>
                <a:moveTo>
                  <a:pt x="1150334" y="211455"/>
                </a:moveTo>
                <a:lnTo>
                  <a:pt x="1317402" y="211455"/>
                </a:lnTo>
                <a:lnTo>
                  <a:pt x="1317402" y="625507"/>
                </a:lnTo>
                <a:cubicBezTo>
                  <a:pt x="1317402" y="667988"/>
                  <a:pt x="1328928" y="700754"/>
                  <a:pt x="1352073" y="723900"/>
                </a:cubicBezTo>
                <a:cubicBezTo>
                  <a:pt x="1375219" y="747046"/>
                  <a:pt x="1405128" y="758571"/>
                  <a:pt x="1441989" y="758571"/>
                </a:cubicBezTo>
                <a:cubicBezTo>
                  <a:pt x="1464659" y="758571"/>
                  <a:pt x="1485900" y="754094"/>
                  <a:pt x="1505712" y="745141"/>
                </a:cubicBezTo>
                <a:cubicBezTo>
                  <a:pt x="1525524" y="736187"/>
                  <a:pt x="1542478" y="723614"/>
                  <a:pt x="1556670" y="707612"/>
                </a:cubicBezTo>
                <a:cubicBezTo>
                  <a:pt x="1570863" y="691610"/>
                  <a:pt x="1581912" y="672941"/>
                  <a:pt x="1589913" y="651701"/>
                </a:cubicBezTo>
                <a:cubicBezTo>
                  <a:pt x="1597914" y="630460"/>
                  <a:pt x="1601914" y="607600"/>
                  <a:pt x="1601914" y="583025"/>
                </a:cubicBezTo>
                <a:lnTo>
                  <a:pt x="1601819" y="583025"/>
                </a:lnTo>
                <a:lnTo>
                  <a:pt x="1601819" y="211455"/>
                </a:lnTo>
                <a:lnTo>
                  <a:pt x="1768887" y="211455"/>
                </a:lnTo>
                <a:lnTo>
                  <a:pt x="1768887" y="887349"/>
                </a:lnTo>
                <a:lnTo>
                  <a:pt x="1608963" y="887349"/>
                </a:lnTo>
                <a:lnTo>
                  <a:pt x="1604772" y="812292"/>
                </a:lnTo>
                <a:cubicBezTo>
                  <a:pt x="1596294" y="821722"/>
                  <a:pt x="1585817" y="831628"/>
                  <a:pt x="1573625" y="842010"/>
                </a:cubicBezTo>
                <a:cubicBezTo>
                  <a:pt x="1561338" y="852392"/>
                  <a:pt x="1547145" y="862108"/>
                  <a:pt x="1531143" y="871061"/>
                </a:cubicBezTo>
                <a:cubicBezTo>
                  <a:pt x="1515046" y="880110"/>
                  <a:pt x="1496663" y="887349"/>
                  <a:pt x="1475898" y="893064"/>
                </a:cubicBezTo>
                <a:cubicBezTo>
                  <a:pt x="1455134" y="898684"/>
                  <a:pt x="1431512" y="901541"/>
                  <a:pt x="1405128" y="901541"/>
                </a:cubicBezTo>
                <a:cubicBezTo>
                  <a:pt x="1322070" y="901541"/>
                  <a:pt x="1258824" y="876776"/>
                  <a:pt x="1215485" y="827246"/>
                </a:cubicBezTo>
                <a:cubicBezTo>
                  <a:pt x="1172051" y="777716"/>
                  <a:pt x="1150334" y="710946"/>
                  <a:pt x="1150334" y="626936"/>
                </a:cubicBezTo>
                <a:close/>
                <a:moveTo>
                  <a:pt x="4175664" y="202882"/>
                </a:moveTo>
                <a:cubicBezTo>
                  <a:pt x="4191666" y="202882"/>
                  <a:pt x="4206049" y="203834"/>
                  <a:pt x="4218813" y="205739"/>
                </a:cubicBezTo>
                <a:lnTo>
                  <a:pt x="4218908" y="205739"/>
                </a:lnTo>
                <a:cubicBezTo>
                  <a:pt x="4231672" y="207645"/>
                  <a:pt x="4244625" y="210978"/>
                  <a:pt x="4257865" y="215645"/>
                </a:cubicBezTo>
                <a:lnTo>
                  <a:pt x="4223861" y="372808"/>
                </a:lnTo>
                <a:cubicBezTo>
                  <a:pt x="4212526" y="368045"/>
                  <a:pt x="4201001" y="364807"/>
                  <a:pt x="4189190" y="362902"/>
                </a:cubicBezTo>
                <a:cubicBezTo>
                  <a:pt x="4177379" y="360997"/>
                  <a:pt x="4163473" y="360045"/>
                  <a:pt x="4147471" y="360045"/>
                </a:cubicBezTo>
                <a:cubicBezTo>
                  <a:pt x="4124801" y="360045"/>
                  <a:pt x="4103084" y="363854"/>
                  <a:pt x="4082320" y="371379"/>
                </a:cubicBezTo>
                <a:cubicBezTo>
                  <a:pt x="4061555" y="378999"/>
                  <a:pt x="4043553" y="389762"/>
                  <a:pt x="4028503" y="403955"/>
                </a:cubicBezTo>
                <a:cubicBezTo>
                  <a:pt x="4013359" y="418147"/>
                  <a:pt x="4001357" y="435101"/>
                  <a:pt x="3992404" y="454913"/>
                </a:cubicBezTo>
                <a:cubicBezTo>
                  <a:pt x="3983450" y="474725"/>
                  <a:pt x="3978973" y="496919"/>
                  <a:pt x="3978973" y="521398"/>
                </a:cubicBezTo>
                <a:lnTo>
                  <a:pt x="3978973" y="887349"/>
                </a:lnTo>
                <a:lnTo>
                  <a:pt x="3811905" y="887349"/>
                </a:lnTo>
                <a:lnTo>
                  <a:pt x="3811905" y="211454"/>
                </a:lnTo>
                <a:lnTo>
                  <a:pt x="3971925" y="211454"/>
                </a:lnTo>
                <a:lnTo>
                  <a:pt x="3976116" y="299180"/>
                </a:lnTo>
                <a:cubicBezTo>
                  <a:pt x="3983641" y="289750"/>
                  <a:pt x="3993356" y="279368"/>
                  <a:pt x="4005167" y="268033"/>
                </a:cubicBezTo>
                <a:cubicBezTo>
                  <a:pt x="4016883" y="256698"/>
                  <a:pt x="4030885" y="246316"/>
                  <a:pt x="4046887" y="236886"/>
                </a:cubicBezTo>
                <a:cubicBezTo>
                  <a:pt x="4062889" y="227456"/>
                  <a:pt x="4081558" y="219455"/>
                  <a:pt x="4102798" y="212788"/>
                </a:cubicBezTo>
                <a:cubicBezTo>
                  <a:pt x="4123944" y="206216"/>
                  <a:pt x="4148233" y="202882"/>
                  <a:pt x="4175664" y="202882"/>
                </a:cubicBezTo>
                <a:close/>
                <a:moveTo>
                  <a:pt x="3359753" y="200787"/>
                </a:moveTo>
                <a:cubicBezTo>
                  <a:pt x="3420046" y="200787"/>
                  <a:pt x="3471290" y="211836"/>
                  <a:pt x="3513295" y="234029"/>
                </a:cubicBezTo>
                <a:cubicBezTo>
                  <a:pt x="3555301" y="256222"/>
                  <a:pt x="3589019" y="285274"/>
                  <a:pt x="3614546" y="321088"/>
                </a:cubicBezTo>
                <a:lnTo>
                  <a:pt x="3614641" y="321088"/>
                </a:lnTo>
                <a:cubicBezTo>
                  <a:pt x="3640169" y="356997"/>
                  <a:pt x="3658552" y="397478"/>
                  <a:pt x="3669887" y="442817"/>
                </a:cubicBezTo>
                <a:cubicBezTo>
                  <a:pt x="3681221" y="488156"/>
                  <a:pt x="3686841" y="534448"/>
                  <a:pt x="3686841" y="581596"/>
                </a:cubicBezTo>
                <a:lnTo>
                  <a:pt x="3686841" y="605600"/>
                </a:lnTo>
                <a:lnTo>
                  <a:pt x="3191350" y="605600"/>
                </a:lnTo>
                <a:cubicBezTo>
                  <a:pt x="3191350" y="630174"/>
                  <a:pt x="3196780" y="652367"/>
                  <a:pt x="3207638" y="672179"/>
                </a:cubicBezTo>
                <a:cubicBezTo>
                  <a:pt x="3218497" y="691991"/>
                  <a:pt x="3232594" y="708946"/>
                  <a:pt x="3250120" y="723138"/>
                </a:cubicBezTo>
                <a:cubicBezTo>
                  <a:pt x="3267550" y="737330"/>
                  <a:pt x="3287362" y="748189"/>
                  <a:pt x="3309556" y="755713"/>
                </a:cubicBezTo>
                <a:cubicBezTo>
                  <a:pt x="3331749" y="763334"/>
                  <a:pt x="3353656" y="767048"/>
                  <a:pt x="3375373" y="767048"/>
                </a:cubicBezTo>
                <a:cubicBezTo>
                  <a:pt x="3407378" y="767048"/>
                  <a:pt x="3435476" y="764000"/>
                  <a:pt x="3459574" y="757809"/>
                </a:cubicBezTo>
                <a:cubicBezTo>
                  <a:pt x="3483578" y="751713"/>
                  <a:pt x="3504151" y="744569"/>
                  <a:pt x="3521106" y="736568"/>
                </a:cubicBezTo>
                <a:cubicBezTo>
                  <a:pt x="3538061" y="728567"/>
                  <a:pt x="3551967" y="719995"/>
                  <a:pt x="3562825" y="711041"/>
                </a:cubicBezTo>
                <a:cubicBezTo>
                  <a:pt x="3573684" y="702088"/>
                  <a:pt x="3581875" y="694849"/>
                  <a:pt x="3587590" y="689134"/>
                </a:cubicBezTo>
                <a:lnTo>
                  <a:pt x="3678173" y="791051"/>
                </a:lnTo>
                <a:cubicBezTo>
                  <a:pt x="3675316" y="793909"/>
                  <a:pt x="3667600" y="801624"/>
                  <a:pt x="3654837" y="814388"/>
                </a:cubicBezTo>
                <a:cubicBezTo>
                  <a:pt x="3642073" y="827151"/>
                  <a:pt x="3623690" y="840581"/>
                  <a:pt x="3599592" y="854774"/>
                </a:cubicBezTo>
                <a:cubicBezTo>
                  <a:pt x="3575494" y="868871"/>
                  <a:pt x="3544823" y="881634"/>
                  <a:pt x="3507580" y="892969"/>
                </a:cubicBezTo>
                <a:cubicBezTo>
                  <a:pt x="3470338" y="904208"/>
                  <a:pt x="3426713" y="909923"/>
                  <a:pt x="3373849" y="909923"/>
                </a:cubicBezTo>
                <a:cubicBezTo>
                  <a:pt x="3320986" y="909923"/>
                  <a:pt x="3272884" y="900970"/>
                  <a:pt x="3229450" y="883063"/>
                </a:cubicBezTo>
                <a:cubicBezTo>
                  <a:pt x="3186112" y="865156"/>
                  <a:pt x="3149059" y="840391"/>
                  <a:pt x="3118389" y="808768"/>
                </a:cubicBezTo>
                <a:cubicBezTo>
                  <a:pt x="3087719" y="777240"/>
                  <a:pt x="3064096" y="739235"/>
                  <a:pt x="3047618" y="694849"/>
                </a:cubicBezTo>
                <a:cubicBezTo>
                  <a:pt x="3031140" y="650462"/>
                  <a:pt x="3022853" y="601408"/>
                  <a:pt x="3022853" y="547592"/>
                </a:cubicBezTo>
                <a:cubicBezTo>
                  <a:pt x="3022853" y="498538"/>
                  <a:pt x="3031140" y="453009"/>
                  <a:pt x="3047618" y="411004"/>
                </a:cubicBezTo>
                <a:cubicBezTo>
                  <a:pt x="3064096" y="368998"/>
                  <a:pt x="3087242" y="332423"/>
                  <a:pt x="3116960" y="301276"/>
                </a:cubicBezTo>
                <a:cubicBezTo>
                  <a:pt x="3146678" y="270129"/>
                  <a:pt x="3182111" y="245554"/>
                  <a:pt x="3223164" y="227647"/>
                </a:cubicBezTo>
                <a:cubicBezTo>
                  <a:pt x="3264217" y="209740"/>
                  <a:pt x="3309746" y="200787"/>
                  <a:pt x="3359753" y="200787"/>
                </a:cubicBezTo>
                <a:close/>
                <a:moveTo>
                  <a:pt x="2570606" y="285"/>
                </a:moveTo>
                <a:lnTo>
                  <a:pt x="2737675" y="285"/>
                </a:lnTo>
                <a:lnTo>
                  <a:pt x="2737675" y="211454"/>
                </a:lnTo>
                <a:lnTo>
                  <a:pt x="2916078" y="211454"/>
                </a:lnTo>
                <a:lnTo>
                  <a:pt x="2916078" y="355187"/>
                </a:lnTo>
                <a:lnTo>
                  <a:pt x="2737675" y="355187"/>
                </a:lnTo>
                <a:lnTo>
                  <a:pt x="2737675" y="649604"/>
                </a:lnTo>
                <a:cubicBezTo>
                  <a:pt x="2737675" y="687323"/>
                  <a:pt x="2744057" y="716375"/>
                  <a:pt x="2756820" y="736663"/>
                </a:cubicBezTo>
                <a:cubicBezTo>
                  <a:pt x="2769488" y="756951"/>
                  <a:pt x="2790062" y="767048"/>
                  <a:pt x="2818351" y="767048"/>
                </a:cubicBezTo>
                <a:cubicBezTo>
                  <a:pt x="2844736" y="767048"/>
                  <a:pt x="2865786" y="763333"/>
                  <a:pt x="2881312" y="755713"/>
                </a:cubicBezTo>
                <a:lnTo>
                  <a:pt x="2881407" y="755808"/>
                </a:lnTo>
                <a:cubicBezTo>
                  <a:pt x="2896933" y="748283"/>
                  <a:pt x="2911792" y="739330"/>
                  <a:pt x="2925984" y="728948"/>
                </a:cubicBezTo>
                <a:lnTo>
                  <a:pt x="2996755" y="832294"/>
                </a:lnTo>
                <a:cubicBezTo>
                  <a:pt x="2963703" y="859726"/>
                  <a:pt x="2931128" y="879252"/>
                  <a:pt x="2899124" y="891063"/>
                </a:cubicBezTo>
                <a:cubicBezTo>
                  <a:pt x="2867024" y="902874"/>
                  <a:pt x="2832067" y="908780"/>
                  <a:pt x="2791491" y="908780"/>
                </a:cubicBezTo>
                <a:cubicBezTo>
                  <a:pt x="2750915" y="908780"/>
                  <a:pt x="2716434" y="902874"/>
                  <a:pt x="2688145" y="891063"/>
                </a:cubicBezTo>
                <a:cubicBezTo>
                  <a:pt x="2659856" y="879252"/>
                  <a:pt x="2636900" y="862488"/>
                  <a:pt x="2619470" y="840771"/>
                </a:cubicBezTo>
                <a:cubicBezTo>
                  <a:pt x="2601944" y="819054"/>
                  <a:pt x="2589466" y="792860"/>
                  <a:pt x="2581941" y="762190"/>
                </a:cubicBezTo>
                <a:cubicBezTo>
                  <a:pt x="2574416" y="731519"/>
                  <a:pt x="2570606" y="697801"/>
                  <a:pt x="2570606" y="660939"/>
                </a:cubicBezTo>
                <a:lnTo>
                  <a:pt x="2570606" y="355187"/>
                </a:lnTo>
                <a:lnTo>
                  <a:pt x="2457354" y="355187"/>
                </a:lnTo>
                <a:lnTo>
                  <a:pt x="2457354" y="211454"/>
                </a:lnTo>
                <a:lnTo>
                  <a:pt x="2570606" y="211454"/>
                </a:lnTo>
                <a:close/>
                <a:moveTo>
                  <a:pt x="1997963" y="285"/>
                </a:moveTo>
                <a:lnTo>
                  <a:pt x="2165032" y="285"/>
                </a:lnTo>
                <a:lnTo>
                  <a:pt x="2165032" y="211454"/>
                </a:lnTo>
                <a:lnTo>
                  <a:pt x="2343435" y="211454"/>
                </a:lnTo>
                <a:lnTo>
                  <a:pt x="2343435" y="355187"/>
                </a:lnTo>
                <a:lnTo>
                  <a:pt x="2165032" y="355187"/>
                </a:lnTo>
                <a:lnTo>
                  <a:pt x="2165032" y="649604"/>
                </a:lnTo>
                <a:cubicBezTo>
                  <a:pt x="2165032" y="687323"/>
                  <a:pt x="2171414" y="716375"/>
                  <a:pt x="2184177" y="736663"/>
                </a:cubicBezTo>
                <a:cubicBezTo>
                  <a:pt x="2196845" y="756951"/>
                  <a:pt x="2217419" y="767048"/>
                  <a:pt x="2245708" y="767048"/>
                </a:cubicBezTo>
                <a:cubicBezTo>
                  <a:pt x="2272093" y="767048"/>
                  <a:pt x="2293143" y="763333"/>
                  <a:pt x="2308669" y="755713"/>
                </a:cubicBezTo>
                <a:lnTo>
                  <a:pt x="2308669" y="755808"/>
                </a:lnTo>
                <a:cubicBezTo>
                  <a:pt x="2324195" y="748283"/>
                  <a:pt x="2339149" y="739330"/>
                  <a:pt x="2353246" y="728948"/>
                </a:cubicBezTo>
                <a:lnTo>
                  <a:pt x="2424016" y="832294"/>
                </a:lnTo>
                <a:cubicBezTo>
                  <a:pt x="2390965" y="859726"/>
                  <a:pt x="2358484" y="879252"/>
                  <a:pt x="2326385" y="891063"/>
                </a:cubicBezTo>
                <a:cubicBezTo>
                  <a:pt x="2294286" y="902874"/>
                  <a:pt x="2259424" y="908780"/>
                  <a:pt x="2218848" y="908780"/>
                </a:cubicBezTo>
                <a:cubicBezTo>
                  <a:pt x="2178272" y="908780"/>
                  <a:pt x="2143791" y="902874"/>
                  <a:pt x="2115502" y="891063"/>
                </a:cubicBezTo>
                <a:cubicBezTo>
                  <a:pt x="2087213" y="879252"/>
                  <a:pt x="2064257" y="862488"/>
                  <a:pt x="2046826" y="840771"/>
                </a:cubicBezTo>
                <a:cubicBezTo>
                  <a:pt x="2029300" y="819054"/>
                  <a:pt x="2016823" y="792860"/>
                  <a:pt x="2009298" y="762190"/>
                </a:cubicBezTo>
                <a:cubicBezTo>
                  <a:pt x="2001773" y="731519"/>
                  <a:pt x="1997963" y="697801"/>
                  <a:pt x="1997963" y="660939"/>
                </a:cubicBezTo>
                <a:lnTo>
                  <a:pt x="1997963" y="355187"/>
                </a:lnTo>
                <a:lnTo>
                  <a:pt x="1884711" y="355187"/>
                </a:lnTo>
                <a:lnTo>
                  <a:pt x="1884711" y="211454"/>
                </a:lnTo>
                <a:lnTo>
                  <a:pt x="1997963" y="211454"/>
                </a:lnTo>
                <a:close/>
                <a:moveTo>
                  <a:pt x="4169663" y="190"/>
                </a:moveTo>
                <a:lnTo>
                  <a:pt x="4188618" y="190"/>
                </a:lnTo>
                <a:lnTo>
                  <a:pt x="4211669" y="41624"/>
                </a:lnTo>
                <a:lnTo>
                  <a:pt x="4234147" y="190"/>
                </a:lnTo>
                <a:lnTo>
                  <a:pt x="4253197" y="190"/>
                </a:lnTo>
                <a:lnTo>
                  <a:pt x="4257388" y="88582"/>
                </a:lnTo>
                <a:lnTo>
                  <a:pt x="4237386" y="88582"/>
                </a:lnTo>
                <a:lnTo>
                  <a:pt x="4234814" y="30765"/>
                </a:lnTo>
                <a:lnTo>
                  <a:pt x="4216526" y="65246"/>
                </a:lnTo>
                <a:lnTo>
                  <a:pt x="4206239" y="65246"/>
                </a:lnTo>
                <a:lnTo>
                  <a:pt x="4186808" y="31146"/>
                </a:lnTo>
                <a:lnTo>
                  <a:pt x="4184617" y="88582"/>
                </a:lnTo>
                <a:lnTo>
                  <a:pt x="4165472" y="88582"/>
                </a:lnTo>
                <a:close/>
                <a:moveTo>
                  <a:pt x="4079652" y="190"/>
                </a:moveTo>
                <a:lnTo>
                  <a:pt x="4156900" y="190"/>
                </a:lnTo>
                <a:lnTo>
                  <a:pt x="4156900" y="17811"/>
                </a:lnTo>
                <a:lnTo>
                  <a:pt x="4128420" y="17811"/>
                </a:lnTo>
                <a:lnTo>
                  <a:pt x="4128420" y="88582"/>
                </a:lnTo>
                <a:lnTo>
                  <a:pt x="4108227" y="88582"/>
                </a:lnTo>
                <a:lnTo>
                  <a:pt x="4108227" y="17811"/>
                </a:lnTo>
                <a:lnTo>
                  <a:pt x="4079652" y="17811"/>
                </a:lnTo>
                <a:close/>
                <a:moveTo>
                  <a:pt x="831532" y="190"/>
                </a:moveTo>
                <a:lnTo>
                  <a:pt x="998600" y="190"/>
                </a:lnTo>
                <a:lnTo>
                  <a:pt x="998600" y="887349"/>
                </a:lnTo>
                <a:lnTo>
                  <a:pt x="831532" y="887349"/>
                </a:lnTo>
                <a:close/>
                <a:moveTo>
                  <a:pt x="0" y="0"/>
                </a:moveTo>
                <a:lnTo>
                  <a:pt x="709993" y="0"/>
                </a:lnTo>
                <a:lnTo>
                  <a:pt x="709993" y="177451"/>
                </a:lnTo>
                <a:lnTo>
                  <a:pt x="0" y="17745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4817FB4-529D-E560-84D0-E6D55443AC96}"/>
              </a:ext>
            </a:extLst>
          </p:cNvPr>
          <p:cNvSpPr>
            <a:spLocks noChangeAspect="1"/>
          </p:cNvSpPr>
          <p:nvPr userDrawn="1"/>
        </p:nvSpPr>
        <p:spPr>
          <a:xfrm>
            <a:off x="4804026" y="2973805"/>
            <a:ext cx="2580775" cy="910390"/>
          </a:xfrm>
          <a:custGeom>
            <a:avLst/>
            <a:gdLst>
              <a:gd name="connsiteX0" fmla="*/ 1503045 w 4257865"/>
              <a:gd name="connsiteY0" fmla="*/ 1381696 h 1501997"/>
              <a:gd name="connsiteX1" fmla="*/ 1503176 w 4257865"/>
              <a:gd name="connsiteY1" fmla="*/ 1381851 h 1501997"/>
              <a:gd name="connsiteX2" fmla="*/ 1488090 w 4257865"/>
              <a:gd name="connsiteY2" fmla="*/ 1397126 h 1501997"/>
              <a:gd name="connsiteX3" fmla="*/ 1483423 w 4257865"/>
              <a:gd name="connsiteY3" fmla="*/ 1414843 h 1501997"/>
              <a:gd name="connsiteX4" fmla="*/ 1492853 w 4257865"/>
              <a:gd name="connsiteY4" fmla="*/ 1434750 h 1501997"/>
              <a:gd name="connsiteX5" fmla="*/ 1514379 w 4257865"/>
              <a:gd name="connsiteY5" fmla="*/ 1441799 h 1501997"/>
              <a:gd name="connsiteX6" fmla="*/ 1529048 w 4257865"/>
              <a:gd name="connsiteY6" fmla="*/ 1439608 h 1501997"/>
              <a:gd name="connsiteX7" fmla="*/ 1544955 w 4257865"/>
              <a:gd name="connsiteY7" fmla="*/ 1431321 h 1501997"/>
              <a:gd name="connsiteX8" fmla="*/ 1503176 w 4257865"/>
              <a:gd name="connsiteY8" fmla="*/ 1381851 h 1501997"/>
              <a:gd name="connsiteX9" fmla="*/ 1503235 w 4257865"/>
              <a:gd name="connsiteY9" fmla="*/ 1381791 h 1501997"/>
              <a:gd name="connsiteX10" fmla="*/ 2832735 w 4257865"/>
              <a:gd name="connsiteY10" fmla="*/ 1288732 h 1501997"/>
              <a:gd name="connsiteX11" fmla="*/ 2801683 w 4257865"/>
              <a:gd name="connsiteY11" fmla="*/ 1387506 h 1501997"/>
              <a:gd name="connsiteX12" fmla="*/ 2862548 w 4257865"/>
              <a:gd name="connsiteY12" fmla="*/ 1387506 h 1501997"/>
              <a:gd name="connsiteX13" fmla="*/ 3387661 w 4257865"/>
              <a:gd name="connsiteY13" fmla="*/ 1288637 h 1501997"/>
              <a:gd name="connsiteX14" fmla="*/ 3387661 w 4257865"/>
              <a:gd name="connsiteY14" fmla="*/ 1432179 h 1501997"/>
              <a:gd name="connsiteX15" fmla="*/ 3416712 w 4257865"/>
              <a:gd name="connsiteY15" fmla="*/ 1432179 h 1501997"/>
              <a:gd name="connsiteX16" fmla="*/ 3416808 w 4257865"/>
              <a:gd name="connsiteY16" fmla="*/ 1432179 h 1501997"/>
              <a:gd name="connsiteX17" fmla="*/ 3471005 w 4257865"/>
              <a:gd name="connsiteY17" fmla="*/ 1412176 h 1501997"/>
              <a:gd name="connsiteX18" fmla="*/ 3490150 w 4257865"/>
              <a:gd name="connsiteY18" fmla="*/ 1360360 h 1501997"/>
              <a:gd name="connsiteX19" fmla="*/ 3485673 w 4257865"/>
              <a:gd name="connsiteY19" fmla="*/ 1331119 h 1501997"/>
              <a:gd name="connsiteX20" fmla="*/ 3472148 w 4257865"/>
              <a:gd name="connsiteY20" fmla="*/ 1308544 h 1501997"/>
              <a:gd name="connsiteX21" fmla="*/ 3449383 w 4257865"/>
              <a:gd name="connsiteY21" fmla="*/ 1293876 h 1501997"/>
              <a:gd name="connsiteX22" fmla="*/ 3416712 w 4257865"/>
              <a:gd name="connsiteY22" fmla="*/ 1288637 h 1501997"/>
              <a:gd name="connsiteX23" fmla="*/ 2019109 w 4257865"/>
              <a:gd name="connsiteY23" fmla="*/ 1282731 h 1501997"/>
              <a:gd name="connsiteX24" fmla="*/ 2019109 w 4257865"/>
              <a:gd name="connsiteY24" fmla="*/ 1347692 h 1501997"/>
              <a:gd name="connsiteX25" fmla="*/ 2053780 w 4257865"/>
              <a:gd name="connsiteY25" fmla="*/ 1347692 h 1501997"/>
              <a:gd name="connsiteX26" fmla="*/ 2053875 w 4257865"/>
              <a:gd name="connsiteY26" fmla="*/ 1347596 h 1501997"/>
              <a:gd name="connsiteX27" fmla="*/ 2076830 w 4257865"/>
              <a:gd name="connsiteY27" fmla="*/ 1338929 h 1501997"/>
              <a:gd name="connsiteX28" fmla="*/ 2085688 w 4257865"/>
              <a:gd name="connsiteY28" fmla="*/ 1315783 h 1501997"/>
              <a:gd name="connsiteX29" fmla="*/ 2077211 w 4257865"/>
              <a:gd name="connsiteY29" fmla="*/ 1291590 h 1501997"/>
              <a:gd name="connsiteX30" fmla="*/ 2053398 w 4257865"/>
              <a:gd name="connsiteY30" fmla="*/ 1282731 h 1501997"/>
              <a:gd name="connsiteX31" fmla="*/ 3316414 w 4257865"/>
              <a:gd name="connsiteY31" fmla="*/ 1226248 h 1501997"/>
              <a:gd name="connsiteX32" fmla="*/ 3419570 w 4257865"/>
              <a:gd name="connsiteY32" fmla="*/ 1226248 h 1501997"/>
              <a:gd name="connsiteX33" fmla="*/ 3477006 w 4257865"/>
              <a:gd name="connsiteY33" fmla="*/ 1234345 h 1501997"/>
              <a:gd name="connsiteX34" fmla="*/ 3522726 w 4257865"/>
              <a:gd name="connsiteY34" fmla="*/ 1258919 h 1501997"/>
              <a:gd name="connsiteX35" fmla="*/ 3552920 w 4257865"/>
              <a:gd name="connsiteY35" fmla="*/ 1301210 h 1501997"/>
              <a:gd name="connsiteX36" fmla="*/ 3563778 w 4257865"/>
              <a:gd name="connsiteY36" fmla="*/ 1362075 h 1501997"/>
              <a:gd name="connsiteX37" fmla="*/ 3552729 w 4257865"/>
              <a:gd name="connsiteY37" fmla="*/ 1420273 h 1501997"/>
              <a:gd name="connsiteX38" fmla="*/ 3522344 w 4257865"/>
              <a:gd name="connsiteY38" fmla="*/ 1461802 h 1501997"/>
              <a:gd name="connsiteX39" fmla="*/ 3476434 w 4257865"/>
              <a:gd name="connsiteY39" fmla="*/ 1486757 h 1501997"/>
              <a:gd name="connsiteX40" fmla="*/ 3419189 w 4257865"/>
              <a:gd name="connsiteY40" fmla="*/ 1495044 h 1501997"/>
              <a:gd name="connsiteX41" fmla="*/ 3316414 w 4257865"/>
              <a:gd name="connsiteY41" fmla="*/ 1495044 h 1501997"/>
              <a:gd name="connsiteX42" fmla="*/ 3013138 w 4257865"/>
              <a:gd name="connsiteY42" fmla="*/ 1226248 h 1501997"/>
              <a:gd name="connsiteX43" fmla="*/ 3013233 w 4257865"/>
              <a:gd name="connsiteY43" fmla="*/ 1226248 h 1501997"/>
              <a:gd name="connsiteX44" fmla="*/ 3078099 w 4257865"/>
              <a:gd name="connsiteY44" fmla="*/ 1226248 h 1501997"/>
              <a:gd name="connsiteX45" fmla="*/ 3181254 w 4257865"/>
              <a:gd name="connsiteY45" fmla="*/ 1376171 h 1501997"/>
              <a:gd name="connsiteX46" fmla="*/ 3181254 w 4257865"/>
              <a:gd name="connsiteY46" fmla="*/ 1226248 h 1501997"/>
              <a:gd name="connsiteX47" fmla="*/ 3251834 w 4257865"/>
              <a:gd name="connsiteY47" fmla="*/ 1226248 h 1501997"/>
              <a:gd name="connsiteX48" fmla="*/ 3251834 w 4257865"/>
              <a:gd name="connsiteY48" fmla="*/ 1495139 h 1501997"/>
              <a:gd name="connsiteX49" fmla="*/ 3190970 w 4257865"/>
              <a:gd name="connsiteY49" fmla="*/ 1495139 h 1501997"/>
              <a:gd name="connsiteX50" fmla="*/ 3083718 w 4257865"/>
              <a:gd name="connsiteY50" fmla="*/ 1340738 h 1501997"/>
              <a:gd name="connsiteX51" fmla="*/ 3083718 w 4257865"/>
              <a:gd name="connsiteY51" fmla="*/ 1495139 h 1501997"/>
              <a:gd name="connsiteX52" fmla="*/ 3013138 w 4257865"/>
              <a:gd name="connsiteY52" fmla="*/ 1495139 h 1501997"/>
              <a:gd name="connsiteX53" fmla="*/ 2794349 w 4257865"/>
              <a:gd name="connsiteY53" fmla="*/ 1226248 h 1501997"/>
              <a:gd name="connsiteX54" fmla="*/ 2876169 w 4257865"/>
              <a:gd name="connsiteY54" fmla="*/ 1226248 h 1501997"/>
              <a:gd name="connsiteX55" fmla="*/ 2971324 w 4257865"/>
              <a:gd name="connsiteY55" fmla="*/ 1495139 h 1501997"/>
              <a:gd name="connsiteX56" fmla="*/ 2894362 w 4257865"/>
              <a:gd name="connsiteY56" fmla="*/ 1495139 h 1501997"/>
              <a:gd name="connsiteX57" fmla="*/ 2877026 w 4257865"/>
              <a:gd name="connsiteY57" fmla="*/ 1439513 h 1501997"/>
              <a:gd name="connsiteX58" fmla="*/ 2787110 w 4257865"/>
              <a:gd name="connsiteY58" fmla="*/ 1439513 h 1501997"/>
              <a:gd name="connsiteX59" fmla="*/ 2769394 w 4257865"/>
              <a:gd name="connsiteY59" fmla="*/ 1495139 h 1501997"/>
              <a:gd name="connsiteX60" fmla="*/ 2695575 w 4257865"/>
              <a:gd name="connsiteY60" fmla="*/ 1495139 h 1501997"/>
              <a:gd name="connsiteX61" fmla="*/ 2473928 w 4257865"/>
              <a:gd name="connsiteY61" fmla="*/ 1226248 h 1501997"/>
              <a:gd name="connsiteX62" fmla="*/ 2545270 w 4257865"/>
              <a:gd name="connsiteY62" fmla="*/ 1226248 h 1501997"/>
              <a:gd name="connsiteX63" fmla="*/ 2545270 w 4257865"/>
              <a:gd name="connsiteY63" fmla="*/ 1432274 h 1501997"/>
              <a:gd name="connsiteX64" fmla="*/ 2669857 w 4257865"/>
              <a:gd name="connsiteY64" fmla="*/ 1432274 h 1501997"/>
              <a:gd name="connsiteX65" fmla="*/ 2669857 w 4257865"/>
              <a:gd name="connsiteY65" fmla="*/ 1495139 h 1501997"/>
              <a:gd name="connsiteX66" fmla="*/ 2473928 w 4257865"/>
              <a:gd name="connsiteY66" fmla="*/ 1495139 h 1501997"/>
              <a:gd name="connsiteX67" fmla="*/ 2218753 w 4257865"/>
              <a:gd name="connsiteY67" fmla="*/ 1226248 h 1501997"/>
              <a:gd name="connsiteX68" fmla="*/ 2412206 w 4257865"/>
              <a:gd name="connsiteY68" fmla="*/ 1226248 h 1501997"/>
              <a:gd name="connsiteX69" fmla="*/ 2412206 w 4257865"/>
              <a:gd name="connsiteY69" fmla="*/ 1287970 h 1501997"/>
              <a:gd name="connsiteX70" fmla="*/ 2290095 w 4257865"/>
              <a:gd name="connsiteY70" fmla="*/ 1287970 h 1501997"/>
              <a:gd name="connsiteX71" fmla="*/ 2290095 w 4257865"/>
              <a:gd name="connsiteY71" fmla="*/ 1329499 h 1501997"/>
              <a:gd name="connsiteX72" fmla="*/ 2390489 w 4257865"/>
              <a:gd name="connsiteY72" fmla="*/ 1329499 h 1501997"/>
              <a:gd name="connsiteX73" fmla="*/ 2390489 w 4257865"/>
              <a:gd name="connsiteY73" fmla="*/ 1387601 h 1501997"/>
              <a:gd name="connsiteX74" fmla="*/ 2290095 w 4257865"/>
              <a:gd name="connsiteY74" fmla="*/ 1387601 h 1501997"/>
              <a:gd name="connsiteX75" fmla="*/ 2290095 w 4257865"/>
              <a:gd name="connsiteY75" fmla="*/ 1433512 h 1501997"/>
              <a:gd name="connsiteX76" fmla="*/ 2420683 w 4257865"/>
              <a:gd name="connsiteY76" fmla="*/ 1433512 h 1501997"/>
              <a:gd name="connsiteX77" fmla="*/ 2420683 w 4257865"/>
              <a:gd name="connsiteY77" fmla="*/ 1495234 h 1501997"/>
              <a:gd name="connsiteX78" fmla="*/ 2218753 w 4257865"/>
              <a:gd name="connsiteY78" fmla="*/ 1495234 h 1501997"/>
              <a:gd name="connsiteX79" fmla="*/ 2218753 w 4257865"/>
              <a:gd name="connsiteY79" fmla="*/ 1226343 h 1501997"/>
              <a:gd name="connsiteX80" fmla="*/ 1949481 w 4257865"/>
              <a:gd name="connsiteY80" fmla="*/ 1226248 h 1501997"/>
              <a:gd name="connsiteX81" fmla="*/ 2060733 w 4257865"/>
              <a:gd name="connsiteY81" fmla="*/ 1226248 h 1501997"/>
              <a:gd name="connsiteX82" fmla="*/ 2100071 w 4257865"/>
              <a:gd name="connsiteY82" fmla="*/ 1231868 h 1501997"/>
              <a:gd name="connsiteX83" fmla="*/ 2130075 w 4257865"/>
              <a:gd name="connsiteY83" fmla="*/ 1248632 h 1501997"/>
              <a:gd name="connsiteX84" fmla="*/ 2149411 w 4257865"/>
              <a:gd name="connsiteY84" fmla="*/ 1276254 h 1501997"/>
              <a:gd name="connsiteX85" fmla="*/ 2156269 w 4257865"/>
              <a:gd name="connsiteY85" fmla="*/ 1314545 h 1501997"/>
              <a:gd name="connsiteX86" fmla="*/ 2144553 w 4257865"/>
              <a:gd name="connsiteY86" fmla="*/ 1360741 h 1501997"/>
              <a:gd name="connsiteX87" fmla="*/ 2113501 w 4257865"/>
              <a:gd name="connsiteY87" fmla="*/ 1391983 h 1501997"/>
              <a:gd name="connsiteX88" fmla="*/ 2171128 w 4257865"/>
              <a:gd name="connsiteY88" fmla="*/ 1495139 h 1501997"/>
              <a:gd name="connsiteX89" fmla="*/ 2094547 w 4257865"/>
              <a:gd name="connsiteY89" fmla="*/ 1495139 h 1501997"/>
              <a:gd name="connsiteX90" fmla="*/ 2049017 w 4257865"/>
              <a:gd name="connsiteY90" fmla="*/ 1403603 h 1501997"/>
              <a:gd name="connsiteX91" fmla="*/ 2019204 w 4257865"/>
              <a:gd name="connsiteY91" fmla="*/ 1403603 h 1501997"/>
              <a:gd name="connsiteX92" fmla="*/ 2019204 w 4257865"/>
              <a:gd name="connsiteY92" fmla="*/ 1495139 h 1501997"/>
              <a:gd name="connsiteX93" fmla="*/ 1949481 w 4257865"/>
              <a:gd name="connsiteY93" fmla="*/ 1495139 h 1501997"/>
              <a:gd name="connsiteX94" fmla="*/ 1813655 w 4257865"/>
              <a:gd name="connsiteY94" fmla="*/ 1226248 h 1501997"/>
              <a:gd name="connsiteX95" fmla="*/ 1884997 w 4257865"/>
              <a:gd name="connsiteY95" fmla="*/ 1226248 h 1501997"/>
              <a:gd name="connsiteX96" fmla="*/ 1884997 w 4257865"/>
              <a:gd name="connsiteY96" fmla="*/ 1495139 h 1501997"/>
              <a:gd name="connsiteX97" fmla="*/ 1813655 w 4257865"/>
              <a:gd name="connsiteY97" fmla="*/ 1495139 h 1501997"/>
              <a:gd name="connsiteX98" fmla="*/ 1063847 w 4257865"/>
              <a:gd name="connsiteY98" fmla="*/ 1226248 h 1501997"/>
              <a:gd name="connsiteX99" fmla="*/ 1135189 w 4257865"/>
              <a:gd name="connsiteY99" fmla="*/ 1226248 h 1501997"/>
              <a:gd name="connsiteX100" fmla="*/ 1135189 w 4257865"/>
              <a:gd name="connsiteY100" fmla="*/ 1327023 h 1501997"/>
              <a:gd name="connsiteX101" fmla="*/ 1215390 w 4257865"/>
              <a:gd name="connsiteY101" fmla="*/ 1226248 h 1501997"/>
              <a:gd name="connsiteX102" fmla="*/ 1298829 w 4257865"/>
              <a:gd name="connsiteY102" fmla="*/ 1226248 h 1501997"/>
              <a:gd name="connsiteX103" fmla="*/ 1209389 w 4257865"/>
              <a:gd name="connsiteY103" fmla="*/ 1329880 h 1501997"/>
              <a:gd name="connsiteX104" fmla="*/ 1313021 w 4257865"/>
              <a:gd name="connsiteY104" fmla="*/ 1495139 h 1501997"/>
              <a:gd name="connsiteX105" fmla="*/ 1226343 w 4257865"/>
              <a:gd name="connsiteY105" fmla="*/ 1495139 h 1501997"/>
              <a:gd name="connsiteX106" fmla="*/ 1160621 w 4257865"/>
              <a:gd name="connsiteY106" fmla="*/ 1386268 h 1501997"/>
              <a:gd name="connsiteX107" fmla="*/ 1135189 w 4257865"/>
              <a:gd name="connsiteY107" fmla="*/ 1416081 h 1501997"/>
              <a:gd name="connsiteX108" fmla="*/ 1135189 w 4257865"/>
              <a:gd name="connsiteY108" fmla="*/ 1495139 h 1501997"/>
              <a:gd name="connsiteX109" fmla="*/ 1063847 w 4257865"/>
              <a:gd name="connsiteY109" fmla="*/ 1495139 h 1501997"/>
              <a:gd name="connsiteX110" fmla="*/ 769238 w 4257865"/>
              <a:gd name="connsiteY110" fmla="*/ 1226248 h 1501997"/>
              <a:gd name="connsiteX111" fmla="*/ 840580 w 4257865"/>
              <a:gd name="connsiteY111" fmla="*/ 1226248 h 1501997"/>
              <a:gd name="connsiteX112" fmla="*/ 840580 w 4257865"/>
              <a:gd name="connsiteY112" fmla="*/ 1383887 h 1501997"/>
              <a:gd name="connsiteX113" fmla="*/ 850867 w 4257865"/>
              <a:gd name="connsiteY113" fmla="*/ 1420177 h 1501997"/>
              <a:gd name="connsiteX114" fmla="*/ 884967 w 4257865"/>
              <a:gd name="connsiteY114" fmla="*/ 1434274 h 1501997"/>
              <a:gd name="connsiteX115" fmla="*/ 918780 w 4257865"/>
              <a:gd name="connsiteY115" fmla="*/ 1419986 h 1501997"/>
              <a:gd name="connsiteX116" fmla="*/ 928877 w 4257865"/>
              <a:gd name="connsiteY116" fmla="*/ 1383887 h 1501997"/>
              <a:gd name="connsiteX117" fmla="*/ 928877 w 4257865"/>
              <a:gd name="connsiteY117" fmla="*/ 1226248 h 1501997"/>
              <a:gd name="connsiteX118" fmla="*/ 1001077 w 4257865"/>
              <a:gd name="connsiteY118" fmla="*/ 1226248 h 1501997"/>
              <a:gd name="connsiteX119" fmla="*/ 1001077 w 4257865"/>
              <a:gd name="connsiteY119" fmla="*/ 1390269 h 1501997"/>
              <a:gd name="connsiteX120" fmla="*/ 992599 w 4257865"/>
              <a:gd name="connsiteY120" fmla="*/ 1436846 h 1501997"/>
              <a:gd name="connsiteX121" fmla="*/ 968596 w 4257865"/>
              <a:gd name="connsiteY121" fmla="*/ 1472088 h 1501997"/>
              <a:gd name="connsiteX122" fmla="*/ 931925 w 4257865"/>
              <a:gd name="connsiteY122" fmla="*/ 1494282 h 1501997"/>
              <a:gd name="connsiteX123" fmla="*/ 885348 w 4257865"/>
              <a:gd name="connsiteY123" fmla="*/ 1501997 h 1501997"/>
              <a:gd name="connsiteX124" fmla="*/ 838580 w 4257865"/>
              <a:gd name="connsiteY124" fmla="*/ 1494282 h 1501997"/>
              <a:gd name="connsiteX125" fmla="*/ 801718 w 4257865"/>
              <a:gd name="connsiteY125" fmla="*/ 1472279 h 1501997"/>
              <a:gd name="connsiteX126" fmla="*/ 777715 w 4257865"/>
              <a:gd name="connsiteY126" fmla="*/ 1437227 h 1501997"/>
              <a:gd name="connsiteX127" fmla="*/ 769238 w 4257865"/>
              <a:gd name="connsiteY127" fmla="*/ 1390269 h 1501997"/>
              <a:gd name="connsiteX128" fmla="*/ 1542383 w 4257865"/>
              <a:gd name="connsiteY128" fmla="*/ 1218628 h 1501997"/>
              <a:gd name="connsiteX129" fmla="*/ 1588960 w 4257865"/>
              <a:gd name="connsiteY129" fmla="*/ 1230915 h 1501997"/>
              <a:gd name="connsiteX130" fmla="*/ 1621821 w 4257865"/>
              <a:gd name="connsiteY130" fmla="*/ 1270253 h 1501997"/>
              <a:gd name="connsiteX131" fmla="*/ 1572672 w 4257865"/>
              <a:gd name="connsiteY131" fmla="*/ 1298828 h 1501997"/>
              <a:gd name="connsiteX132" fmla="*/ 1562004 w 4257865"/>
              <a:gd name="connsiteY132" fmla="*/ 1282065 h 1501997"/>
              <a:gd name="connsiteX133" fmla="*/ 1544859 w 4257865"/>
              <a:gd name="connsiteY133" fmla="*/ 1275397 h 1501997"/>
              <a:gd name="connsiteX134" fmla="*/ 1528572 w 4257865"/>
              <a:gd name="connsiteY134" fmla="*/ 1281207 h 1501997"/>
              <a:gd name="connsiteX135" fmla="*/ 1521904 w 4257865"/>
              <a:gd name="connsiteY135" fmla="*/ 1296733 h 1501997"/>
              <a:gd name="connsiteX136" fmla="*/ 1525905 w 4257865"/>
              <a:gd name="connsiteY136" fmla="*/ 1309878 h 1501997"/>
              <a:gd name="connsiteX137" fmla="*/ 1534382 w 4257865"/>
              <a:gd name="connsiteY137" fmla="*/ 1321403 h 1501997"/>
              <a:gd name="connsiteX138" fmla="*/ 1591627 w 4257865"/>
              <a:gd name="connsiteY138" fmla="*/ 1388268 h 1501997"/>
              <a:gd name="connsiteX139" fmla="*/ 1608772 w 4257865"/>
              <a:gd name="connsiteY139" fmla="*/ 1370171 h 1501997"/>
              <a:gd name="connsiteX140" fmla="*/ 1628298 w 4257865"/>
              <a:gd name="connsiteY140" fmla="*/ 1348358 h 1501997"/>
              <a:gd name="connsiteX141" fmla="*/ 1673066 w 4257865"/>
              <a:gd name="connsiteY141" fmla="*/ 1389030 h 1501997"/>
              <a:gd name="connsiteX142" fmla="*/ 1650682 w 4257865"/>
              <a:gd name="connsiteY142" fmla="*/ 1413033 h 1501997"/>
              <a:gd name="connsiteX143" fmla="*/ 1630775 w 4257865"/>
              <a:gd name="connsiteY143" fmla="*/ 1433417 h 1501997"/>
              <a:gd name="connsiteX144" fmla="*/ 1683162 w 4257865"/>
              <a:gd name="connsiteY144" fmla="*/ 1494662 h 1501997"/>
              <a:gd name="connsiteX145" fmla="*/ 1599342 w 4257865"/>
              <a:gd name="connsiteY145" fmla="*/ 1494662 h 1501997"/>
              <a:gd name="connsiteX146" fmla="*/ 1582769 w 4257865"/>
              <a:gd name="connsiteY146" fmla="*/ 1475327 h 1501997"/>
              <a:gd name="connsiteX147" fmla="*/ 1582674 w 4257865"/>
              <a:gd name="connsiteY147" fmla="*/ 1475708 h 1501997"/>
              <a:gd name="connsiteX148" fmla="*/ 1561909 w 4257865"/>
              <a:gd name="connsiteY148" fmla="*/ 1488566 h 1501997"/>
              <a:gd name="connsiteX149" fmla="*/ 1542954 w 4257865"/>
              <a:gd name="connsiteY149" fmla="*/ 1496377 h 1501997"/>
              <a:gd name="connsiteX150" fmla="*/ 1525047 w 4257865"/>
              <a:gd name="connsiteY150" fmla="*/ 1500378 h 1501997"/>
              <a:gd name="connsiteX151" fmla="*/ 1506950 w 4257865"/>
              <a:gd name="connsiteY151" fmla="*/ 1501425 h 1501997"/>
              <a:gd name="connsiteX152" fmla="*/ 1472469 w 4257865"/>
              <a:gd name="connsiteY152" fmla="*/ 1496187 h 1501997"/>
              <a:gd name="connsiteX153" fmla="*/ 1443894 w 4257865"/>
              <a:gd name="connsiteY153" fmla="*/ 1480661 h 1501997"/>
              <a:gd name="connsiteX154" fmla="*/ 1424559 w 4257865"/>
              <a:gd name="connsiteY154" fmla="*/ 1455515 h 1501997"/>
              <a:gd name="connsiteX155" fmla="*/ 1417510 w 4257865"/>
              <a:gd name="connsiteY155" fmla="*/ 1421225 h 1501997"/>
              <a:gd name="connsiteX156" fmla="*/ 1430369 w 4257865"/>
              <a:gd name="connsiteY156" fmla="*/ 1374648 h 1501997"/>
              <a:gd name="connsiteX157" fmla="*/ 1468278 w 4257865"/>
              <a:gd name="connsiteY157" fmla="*/ 1338929 h 1501997"/>
              <a:gd name="connsiteX158" fmla="*/ 1456753 w 4257865"/>
              <a:gd name="connsiteY158" fmla="*/ 1313878 h 1501997"/>
              <a:gd name="connsiteX159" fmla="*/ 1454562 w 4257865"/>
              <a:gd name="connsiteY159" fmla="*/ 1293685 h 1501997"/>
              <a:gd name="connsiteX160" fmla="*/ 1461039 w 4257865"/>
              <a:gd name="connsiteY160" fmla="*/ 1264443 h 1501997"/>
              <a:gd name="connsiteX161" fmla="*/ 1479137 w 4257865"/>
              <a:gd name="connsiteY161" fmla="*/ 1240631 h 1501997"/>
              <a:gd name="connsiteX162" fmla="*/ 1506950 w 4257865"/>
              <a:gd name="connsiteY162" fmla="*/ 1224533 h 1501997"/>
              <a:gd name="connsiteX163" fmla="*/ 1542383 w 4257865"/>
              <a:gd name="connsiteY163" fmla="*/ 1218628 h 1501997"/>
              <a:gd name="connsiteX164" fmla="*/ 95 w 4257865"/>
              <a:gd name="connsiteY164" fmla="*/ 709898 h 1501997"/>
              <a:gd name="connsiteX165" fmla="*/ 177546 w 4257865"/>
              <a:gd name="connsiteY165" fmla="*/ 709898 h 1501997"/>
              <a:gd name="connsiteX166" fmla="*/ 177546 w 4257865"/>
              <a:gd name="connsiteY166" fmla="*/ 887349 h 1501997"/>
              <a:gd name="connsiteX167" fmla="*/ 95 w 4257865"/>
              <a:gd name="connsiteY167" fmla="*/ 887349 h 1501997"/>
              <a:gd name="connsiteX168" fmla="*/ 0 w 4257865"/>
              <a:gd name="connsiteY168" fmla="*/ 354901 h 1501997"/>
              <a:gd name="connsiteX169" fmla="*/ 532543 w 4257865"/>
              <a:gd name="connsiteY169" fmla="*/ 354901 h 1501997"/>
              <a:gd name="connsiteX170" fmla="*/ 532543 w 4257865"/>
              <a:gd name="connsiteY170" fmla="*/ 532352 h 1501997"/>
              <a:gd name="connsiteX171" fmla="*/ 0 w 4257865"/>
              <a:gd name="connsiteY171" fmla="*/ 532352 h 1501997"/>
              <a:gd name="connsiteX172" fmla="*/ 3359657 w 4257865"/>
              <a:gd name="connsiteY172" fmla="*/ 340900 h 1501997"/>
              <a:gd name="connsiteX173" fmla="*/ 3286791 w 4257865"/>
              <a:gd name="connsiteY173" fmla="*/ 354330 h 1501997"/>
              <a:gd name="connsiteX174" fmla="*/ 3233737 w 4257865"/>
              <a:gd name="connsiteY174" fmla="*/ 388334 h 1501997"/>
              <a:gd name="connsiteX175" fmla="*/ 3201161 w 4257865"/>
              <a:gd name="connsiteY175" fmla="*/ 434340 h 1501997"/>
              <a:gd name="connsiteX176" fmla="*/ 3189826 w 4257865"/>
              <a:gd name="connsiteY176" fmla="*/ 485299 h 1501997"/>
              <a:gd name="connsiteX177" fmla="*/ 3515391 w 4257865"/>
              <a:gd name="connsiteY177" fmla="*/ 485299 h 1501997"/>
              <a:gd name="connsiteX178" fmla="*/ 3505485 w 4257865"/>
              <a:gd name="connsiteY178" fmla="*/ 434340 h 1501997"/>
              <a:gd name="connsiteX179" fmla="*/ 3476434 w 4257865"/>
              <a:gd name="connsiteY179" fmla="*/ 388334 h 1501997"/>
              <a:gd name="connsiteX180" fmla="*/ 3427570 w 4257865"/>
              <a:gd name="connsiteY180" fmla="*/ 354330 h 1501997"/>
              <a:gd name="connsiteX181" fmla="*/ 3359657 w 4257865"/>
              <a:gd name="connsiteY181" fmla="*/ 340900 h 1501997"/>
              <a:gd name="connsiteX182" fmla="*/ 1150334 w 4257865"/>
              <a:gd name="connsiteY182" fmla="*/ 211455 h 1501997"/>
              <a:gd name="connsiteX183" fmla="*/ 1317402 w 4257865"/>
              <a:gd name="connsiteY183" fmla="*/ 211455 h 1501997"/>
              <a:gd name="connsiteX184" fmla="*/ 1317402 w 4257865"/>
              <a:gd name="connsiteY184" fmla="*/ 625507 h 1501997"/>
              <a:gd name="connsiteX185" fmla="*/ 1352073 w 4257865"/>
              <a:gd name="connsiteY185" fmla="*/ 723900 h 1501997"/>
              <a:gd name="connsiteX186" fmla="*/ 1441989 w 4257865"/>
              <a:gd name="connsiteY186" fmla="*/ 758571 h 1501997"/>
              <a:gd name="connsiteX187" fmla="*/ 1505712 w 4257865"/>
              <a:gd name="connsiteY187" fmla="*/ 745141 h 1501997"/>
              <a:gd name="connsiteX188" fmla="*/ 1556670 w 4257865"/>
              <a:gd name="connsiteY188" fmla="*/ 707612 h 1501997"/>
              <a:gd name="connsiteX189" fmla="*/ 1589913 w 4257865"/>
              <a:gd name="connsiteY189" fmla="*/ 651701 h 1501997"/>
              <a:gd name="connsiteX190" fmla="*/ 1601914 w 4257865"/>
              <a:gd name="connsiteY190" fmla="*/ 583025 h 1501997"/>
              <a:gd name="connsiteX191" fmla="*/ 1601819 w 4257865"/>
              <a:gd name="connsiteY191" fmla="*/ 583025 h 1501997"/>
              <a:gd name="connsiteX192" fmla="*/ 1601819 w 4257865"/>
              <a:gd name="connsiteY192" fmla="*/ 211455 h 1501997"/>
              <a:gd name="connsiteX193" fmla="*/ 1768887 w 4257865"/>
              <a:gd name="connsiteY193" fmla="*/ 211455 h 1501997"/>
              <a:gd name="connsiteX194" fmla="*/ 1768887 w 4257865"/>
              <a:gd name="connsiteY194" fmla="*/ 887349 h 1501997"/>
              <a:gd name="connsiteX195" fmla="*/ 1608963 w 4257865"/>
              <a:gd name="connsiteY195" fmla="*/ 887349 h 1501997"/>
              <a:gd name="connsiteX196" fmla="*/ 1604772 w 4257865"/>
              <a:gd name="connsiteY196" fmla="*/ 812292 h 1501997"/>
              <a:gd name="connsiteX197" fmla="*/ 1573625 w 4257865"/>
              <a:gd name="connsiteY197" fmla="*/ 842010 h 1501997"/>
              <a:gd name="connsiteX198" fmla="*/ 1531143 w 4257865"/>
              <a:gd name="connsiteY198" fmla="*/ 871061 h 1501997"/>
              <a:gd name="connsiteX199" fmla="*/ 1475898 w 4257865"/>
              <a:gd name="connsiteY199" fmla="*/ 893064 h 1501997"/>
              <a:gd name="connsiteX200" fmla="*/ 1405128 w 4257865"/>
              <a:gd name="connsiteY200" fmla="*/ 901541 h 1501997"/>
              <a:gd name="connsiteX201" fmla="*/ 1215485 w 4257865"/>
              <a:gd name="connsiteY201" fmla="*/ 827246 h 1501997"/>
              <a:gd name="connsiteX202" fmla="*/ 1150334 w 4257865"/>
              <a:gd name="connsiteY202" fmla="*/ 626936 h 1501997"/>
              <a:gd name="connsiteX203" fmla="*/ 4175664 w 4257865"/>
              <a:gd name="connsiteY203" fmla="*/ 202882 h 1501997"/>
              <a:gd name="connsiteX204" fmla="*/ 4218813 w 4257865"/>
              <a:gd name="connsiteY204" fmla="*/ 205739 h 1501997"/>
              <a:gd name="connsiteX205" fmla="*/ 4218908 w 4257865"/>
              <a:gd name="connsiteY205" fmla="*/ 205739 h 1501997"/>
              <a:gd name="connsiteX206" fmla="*/ 4257865 w 4257865"/>
              <a:gd name="connsiteY206" fmla="*/ 215645 h 1501997"/>
              <a:gd name="connsiteX207" fmla="*/ 4223861 w 4257865"/>
              <a:gd name="connsiteY207" fmla="*/ 372808 h 1501997"/>
              <a:gd name="connsiteX208" fmla="*/ 4189190 w 4257865"/>
              <a:gd name="connsiteY208" fmla="*/ 362902 h 1501997"/>
              <a:gd name="connsiteX209" fmla="*/ 4147471 w 4257865"/>
              <a:gd name="connsiteY209" fmla="*/ 360045 h 1501997"/>
              <a:gd name="connsiteX210" fmla="*/ 4082320 w 4257865"/>
              <a:gd name="connsiteY210" fmla="*/ 371379 h 1501997"/>
              <a:gd name="connsiteX211" fmla="*/ 4028503 w 4257865"/>
              <a:gd name="connsiteY211" fmla="*/ 403955 h 1501997"/>
              <a:gd name="connsiteX212" fmla="*/ 3992404 w 4257865"/>
              <a:gd name="connsiteY212" fmla="*/ 454913 h 1501997"/>
              <a:gd name="connsiteX213" fmla="*/ 3978973 w 4257865"/>
              <a:gd name="connsiteY213" fmla="*/ 521398 h 1501997"/>
              <a:gd name="connsiteX214" fmla="*/ 3978973 w 4257865"/>
              <a:gd name="connsiteY214" fmla="*/ 887349 h 1501997"/>
              <a:gd name="connsiteX215" fmla="*/ 3811905 w 4257865"/>
              <a:gd name="connsiteY215" fmla="*/ 887349 h 1501997"/>
              <a:gd name="connsiteX216" fmla="*/ 3811905 w 4257865"/>
              <a:gd name="connsiteY216" fmla="*/ 211454 h 1501997"/>
              <a:gd name="connsiteX217" fmla="*/ 3971925 w 4257865"/>
              <a:gd name="connsiteY217" fmla="*/ 211454 h 1501997"/>
              <a:gd name="connsiteX218" fmla="*/ 3976116 w 4257865"/>
              <a:gd name="connsiteY218" fmla="*/ 299180 h 1501997"/>
              <a:gd name="connsiteX219" fmla="*/ 4005167 w 4257865"/>
              <a:gd name="connsiteY219" fmla="*/ 268033 h 1501997"/>
              <a:gd name="connsiteX220" fmla="*/ 4046887 w 4257865"/>
              <a:gd name="connsiteY220" fmla="*/ 236886 h 1501997"/>
              <a:gd name="connsiteX221" fmla="*/ 4102798 w 4257865"/>
              <a:gd name="connsiteY221" fmla="*/ 212788 h 1501997"/>
              <a:gd name="connsiteX222" fmla="*/ 4175664 w 4257865"/>
              <a:gd name="connsiteY222" fmla="*/ 202882 h 1501997"/>
              <a:gd name="connsiteX223" fmla="*/ 3359753 w 4257865"/>
              <a:gd name="connsiteY223" fmla="*/ 200787 h 1501997"/>
              <a:gd name="connsiteX224" fmla="*/ 3513295 w 4257865"/>
              <a:gd name="connsiteY224" fmla="*/ 234029 h 1501997"/>
              <a:gd name="connsiteX225" fmla="*/ 3614546 w 4257865"/>
              <a:gd name="connsiteY225" fmla="*/ 321088 h 1501997"/>
              <a:gd name="connsiteX226" fmla="*/ 3614641 w 4257865"/>
              <a:gd name="connsiteY226" fmla="*/ 321088 h 1501997"/>
              <a:gd name="connsiteX227" fmla="*/ 3669887 w 4257865"/>
              <a:gd name="connsiteY227" fmla="*/ 442817 h 1501997"/>
              <a:gd name="connsiteX228" fmla="*/ 3686841 w 4257865"/>
              <a:gd name="connsiteY228" fmla="*/ 581596 h 1501997"/>
              <a:gd name="connsiteX229" fmla="*/ 3686841 w 4257865"/>
              <a:gd name="connsiteY229" fmla="*/ 605600 h 1501997"/>
              <a:gd name="connsiteX230" fmla="*/ 3191350 w 4257865"/>
              <a:gd name="connsiteY230" fmla="*/ 605600 h 1501997"/>
              <a:gd name="connsiteX231" fmla="*/ 3207638 w 4257865"/>
              <a:gd name="connsiteY231" fmla="*/ 672179 h 1501997"/>
              <a:gd name="connsiteX232" fmla="*/ 3250120 w 4257865"/>
              <a:gd name="connsiteY232" fmla="*/ 723138 h 1501997"/>
              <a:gd name="connsiteX233" fmla="*/ 3309556 w 4257865"/>
              <a:gd name="connsiteY233" fmla="*/ 755713 h 1501997"/>
              <a:gd name="connsiteX234" fmla="*/ 3375373 w 4257865"/>
              <a:gd name="connsiteY234" fmla="*/ 767048 h 1501997"/>
              <a:gd name="connsiteX235" fmla="*/ 3459574 w 4257865"/>
              <a:gd name="connsiteY235" fmla="*/ 757809 h 1501997"/>
              <a:gd name="connsiteX236" fmla="*/ 3521106 w 4257865"/>
              <a:gd name="connsiteY236" fmla="*/ 736568 h 1501997"/>
              <a:gd name="connsiteX237" fmla="*/ 3562825 w 4257865"/>
              <a:gd name="connsiteY237" fmla="*/ 711041 h 1501997"/>
              <a:gd name="connsiteX238" fmla="*/ 3587590 w 4257865"/>
              <a:gd name="connsiteY238" fmla="*/ 689134 h 1501997"/>
              <a:gd name="connsiteX239" fmla="*/ 3678173 w 4257865"/>
              <a:gd name="connsiteY239" fmla="*/ 791051 h 1501997"/>
              <a:gd name="connsiteX240" fmla="*/ 3654837 w 4257865"/>
              <a:gd name="connsiteY240" fmla="*/ 814388 h 1501997"/>
              <a:gd name="connsiteX241" fmla="*/ 3599592 w 4257865"/>
              <a:gd name="connsiteY241" fmla="*/ 854774 h 1501997"/>
              <a:gd name="connsiteX242" fmla="*/ 3507580 w 4257865"/>
              <a:gd name="connsiteY242" fmla="*/ 892969 h 1501997"/>
              <a:gd name="connsiteX243" fmla="*/ 3373849 w 4257865"/>
              <a:gd name="connsiteY243" fmla="*/ 909923 h 1501997"/>
              <a:gd name="connsiteX244" fmla="*/ 3229450 w 4257865"/>
              <a:gd name="connsiteY244" fmla="*/ 883063 h 1501997"/>
              <a:gd name="connsiteX245" fmla="*/ 3118389 w 4257865"/>
              <a:gd name="connsiteY245" fmla="*/ 808768 h 1501997"/>
              <a:gd name="connsiteX246" fmla="*/ 3047618 w 4257865"/>
              <a:gd name="connsiteY246" fmla="*/ 694849 h 1501997"/>
              <a:gd name="connsiteX247" fmla="*/ 3022853 w 4257865"/>
              <a:gd name="connsiteY247" fmla="*/ 547592 h 1501997"/>
              <a:gd name="connsiteX248" fmla="*/ 3047618 w 4257865"/>
              <a:gd name="connsiteY248" fmla="*/ 411004 h 1501997"/>
              <a:gd name="connsiteX249" fmla="*/ 3116960 w 4257865"/>
              <a:gd name="connsiteY249" fmla="*/ 301276 h 1501997"/>
              <a:gd name="connsiteX250" fmla="*/ 3223164 w 4257865"/>
              <a:gd name="connsiteY250" fmla="*/ 227647 h 1501997"/>
              <a:gd name="connsiteX251" fmla="*/ 3359753 w 4257865"/>
              <a:gd name="connsiteY251" fmla="*/ 200787 h 1501997"/>
              <a:gd name="connsiteX252" fmla="*/ 2570606 w 4257865"/>
              <a:gd name="connsiteY252" fmla="*/ 285 h 1501997"/>
              <a:gd name="connsiteX253" fmla="*/ 2737675 w 4257865"/>
              <a:gd name="connsiteY253" fmla="*/ 285 h 1501997"/>
              <a:gd name="connsiteX254" fmla="*/ 2737675 w 4257865"/>
              <a:gd name="connsiteY254" fmla="*/ 211454 h 1501997"/>
              <a:gd name="connsiteX255" fmla="*/ 2916078 w 4257865"/>
              <a:gd name="connsiteY255" fmla="*/ 211454 h 1501997"/>
              <a:gd name="connsiteX256" fmla="*/ 2916078 w 4257865"/>
              <a:gd name="connsiteY256" fmla="*/ 355187 h 1501997"/>
              <a:gd name="connsiteX257" fmla="*/ 2737675 w 4257865"/>
              <a:gd name="connsiteY257" fmla="*/ 355187 h 1501997"/>
              <a:gd name="connsiteX258" fmla="*/ 2737675 w 4257865"/>
              <a:gd name="connsiteY258" fmla="*/ 649604 h 1501997"/>
              <a:gd name="connsiteX259" fmla="*/ 2756820 w 4257865"/>
              <a:gd name="connsiteY259" fmla="*/ 736663 h 1501997"/>
              <a:gd name="connsiteX260" fmla="*/ 2818351 w 4257865"/>
              <a:gd name="connsiteY260" fmla="*/ 767048 h 1501997"/>
              <a:gd name="connsiteX261" fmla="*/ 2881312 w 4257865"/>
              <a:gd name="connsiteY261" fmla="*/ 755713 h 1501997"/>
              <a:gd name="connsiteX262" fmla="*/ 2881407 w 4257865"/>
              <a:gd name="connsiteY262" fmla="*/ 755808 h 1501997"/>
              <a:gd name="connsiteX263" fmla="*/ 2925984 w 4257865"/>
              <a:gd name="connsiteY263" fmla="*/ 728948 h 1501997"/>
              <a:gd name="connsiteX264" fmla="*/ 2996755 w 4257865"/>
              <a:gd name="connsiteY264" fmla="*/ 832294 h 1501997"/>
              <a:gd name="connsiteX265" fmla="*/ 2899124 w 4257865"/>
              <a:gd name="connsiteY265" fmla="*/ 891063 h 1501997"/>
              <a:gd name="connsiteX266" fmla="*/ 2791491 w 4257865"/>
              <a:gd name="connsiteY266" fmla="*/ 908780 h 1501997"/>
              <a:gd name="connsiteX267" fmla="*/ 2688145 w 4257865"/>
              <a:gd name="connsiteY267" fmla="*/ 891063 h 1501997"/>
              <a:gd name="connsiteX268" fmla="*/ 2619470 w 4257865"/>
              <a:gd name="connsiteY268" fmla="*/ 840771 h 1501997"/>
              <a:gd name="connsiteX269" fmla="*/ 2581941 w 4257865"/>
              <a:gd name="connsiteY269" fmla="*/ 762190 h 1501997"/>
              <a:gd name="connsiteX270" fmla="*/ 2570606 w 4257865"/>
              <a:gd name="connsiteY270" fmla="*/ 660939 h 1501997"/>
              <a:gd name="connsiteX271" fmla="*/ 2570606 w 4257865"/>
              <a:gd name="connsiteY271" fmla="*/ 355187 h 1501997"/>
              <a:gd name="connsiteX272" fmla="*/ 2457354 w 4257865"/>
              <a:gd name="connsiteY272" fmla="*/ 355187 h 1501997"/>
              <a:gd name="connsiteX273" fmla="*/ 2457354 w 4257865"/>
              <a:gd name="connsiteY273" fmla="*/ 211454 h 1501997"/>
              <a:gd name="connsiteX274" fmla="*/ 2570606 w 4257865"/>
              <a:gd name="connsiteY274" fmla="*/ 211454 h 1501997"/>
              <a:gd name="connsiteX275" fmla="*/ 1997963 w 4257865"/>
              <a:gd name="connsiteY275" fmla="*/ 285 h 1501997"/>
              <a:gd name="connsiteX276" fmla="*/ 2165032 w 4257865"/>
              <a:gd name="connsiteY276" fmla="*/ 285 h 1501997"/>
              <a:gd name="connsiteX277" fmla="*/ 2165032 w 4257865"/>
              <a:gd name="connsiteY277" fmla="*/ 211454 h 1501997"/>
              <a:gd name="connsiteX278" fmla="*/ 2343435 w 4257865"/>
              <a:gd name="connsiteY278" fmla="*/ 211454 h 1501997"/>
              <a:gd name="connsiteX279" fmla="*/ 2343435 w 4257865"/>
              <a:gd name="connsiteY279" fmla="*/ 355187 h 1501997"/>
              <a:gd name="connsiteX280" fmla="*/ 2165032 w 4257865"/>
              <a:gd name="connsiteY280" fmla="*/ 355187 h 1501997"/>
              <a:gd name="connsiteX281" fmla="*/ 2165032 w 4257865"/>
              <a:gd name="connsiteY281" fmla="*/ 649604 h 1501997"/>
              <a:gd name="connsiteX282" fmla="*/ 2184177 w 4257865"/>
              <a:gd name="connsiteY282" fmla="*/ 736663 h 1501997"/>
              <a:gd name="connsiteX283" fmla="*/ 2245708 w 4257865"/>
              <a:gd name="connsiteY283" fmla="*/ 767048 h 1501997"/>
              <a:gd name="connsiteX284" fmla="*/ 2308669 w 4257865"/>
              <a:gd name="connsiteY284" fmla="*/ 755713 h 1501997"/>
              <a:gd name="connsiteX285" fmla="*/ 2308669 w 4257865"/>
              <a:gd name="connsiteY285" fmla="*/ 755808 h 1501997"/>
              <a:gd name="connsiteX286" fmla="*/ 2353246 w 4257865"/>
              <a:gd name="connsiteY286" fmla="*/ 728948 h 1501997"/>
              <a:gd name="connsiteX287" fmla="*/ 2424016 w 4257865"/>
              <a:gd name="connsiteY287" fmla="*/ 832294 h 1501997"/>
              <a:gd name="connsiteX288" fmla="*/ 2326385 w 4257865"/>
              <a:gd name="connsiteY288" fmla="*/ 891063 h 1501997"/>
              <a:gd name="connsiteX289" fmla="*/ 2218848 w 4257865"/>
              <a:gd name="connsiteY289" fmla="*/ 908780 h 1501997"/>
              <a:gd name="connsiteX290" fmla="*/ 2115502 w 4257865"/>
              <a:gd name="connsiteY290" fmla="*/ 891063 h 1501997"/>
              <a:gd name="connsiteX291" fmla="*/ 2046826 w 4257865"/>
              <a:gd name="connsiteY291" fmla="*/ 840771 h 1501997"/>
              <a:gd name="connsiteX292" fmla="*/ 2009298 w 4257865"/>
              <a:gd name="connsiteY292" fmla="*/ 762190 h 1501997"/>
              <a:gd name="connsiteX293" fmla="*/ 1997963 w 4257865"/>
              <a:gd name="connsiteY293" fmla="*/ 660939 h 1501997"/>
              <a:gd name="connsiteX294" fmla="*/ 1997963 w 4257865"/>
              <a:gd name="connsiteY294" fmla="*/ 355187 h 1501997"/>
              <a:gd name="connsiteX295" fmla="*/ 1884711 w 4257865"/>
              <a:gd name="connsiteY295" fmla="*/ 355187 h 1501997"/>
              <a:gd name="connsiteX296" fmla="*/ 1884711 w 4257865"/>
              <a:gd name="connsiteY296" fmla="*/ 211454 h 1501997"/>
              <a:gd name="connsiteX297" fmla="*/ 1997963 w 4257865"/>
              <a:gd name="connsiteY297" fmla="*/ 211454 h 1501997"/>
              <a:gd name="connsiteX298" fmla="*/ 4169663 w 4257865"/>
              <a:gd name="connsiteY298" fmla="*/ 190 h 1501997"/>
              <a:gd name="connsiteX299" fmla="*/ 4188618 w 4257865"/>
              <a:gd name="connsiteY299" fmla="*/ 190 h 1501997"/>
              <a:gd name="connsiteX300" fmla="*/ 4211669 w 4257865"/>
              <a:gd name="connsiteY300" fmla="*/ 41624 h 1501997"/>
              <a:gd name="connsiteX301" fmla="*/ 4234147 w 4257865"/>
              <a:gd name="connsiteY301" fmla="*/ 190 h 1501997"/>
              <a:gd name="connsiteX302" fmla="*/ 4253197 w 4257865"/>
              <a:gd name="connsiteY302" fmla="*/ 190 h 1501997"/>
              <a:gd name="connsiteX303" fmla="*/ 4257388 w 4257865"/>
              <a:gd name="connsiteY303" fmla="*/ 88582 h 1501997"/>
              <a:gd name="connsiteX304" fmla="*/ 4237386 w 4257865"/>
              <a:gd name="connsiteY304" fmla="*/ 88582 h 1501997"/>
              <a:gd name="connsiteX305" fmla="*/ 4234814 w 4257865"/>
              <a:gd name="connsiteY305" fmla="*/ 30765 h 1501997"/>
              <a:gd name="connsiteX306" fmla="*/ 4216526 w 4257865"/>
              <a:gd name="connsiteY306" fmla="*/ 65246 h 1501997"/>
              <a:gd name="connsiteX307" fmla="*/ 4206239 w 4257865"/>
              <a:gd name="connsiteY307" fmla="*/ 65246 h 1501997"/>
              <a:gd name="connsiteX308" fmla="*/ 4186808 w 4257865"/>
              <a:gd name="connsiteY308" fmla="*/ 31146 h 1501997"/>
              <a:gd name="connsiteX309" fmla="*/ 4184617 w 4257865"/>
              <a:gd name="connsiteY309" fmla="*/ 88582 h 1501997"/>
              <a:gd name="connsiteX310" fmla="*/ 4165472 w 4257865"/>
              <a:gd name="connsiteY310" fmla="*/ 88582 h 1501997"/>
              <a:gd name="connsiteX311" fmla="*/ 4079652 w 4257865"/>
              <a:gd name="connsiteY311" fmla="*/ 190 h 1501997"/>
              <a:gd name="connsiteX312" fmla="*/ 4156900 w 4257865"/>
              <a:gd name="connsiteY312" fmla="*/ 190 h 1501997"/>
              <a:gd name="connsiteX313" fmla="*/ 4156900 w 4257865"/>
              <a:gd name="connsiteY313" fmla="*/ 17811 h 1501997"/>
              <a:gd name="connsiteX314" fmla="*/ 4128420 w 4257865"/>
              <a:gd name="connsiteY314" fmla="*/ 17811 h 1501997"/>
              <a:gd name="connsiteX315" fmla="*/ 4128420 w 4257865"/>
              <a:gd name="connsiteY315" fmla="*/ 88582 h 1501997"/>
              <a:gd name="connsiteX316" fmla="*/ 4108227 w 4257865"/>
              <a:gd name="connsiteY316" fmla="*/ 88582 h 1501997"/>
              <a:gd name="connsiteX317" fmla="*/ 4108227 w 4257865"/>
              <a:gd name="connsiteY317" fmla="*/ 17811 h 1501997"/>
              <a:gd name="connsiteX318" fmla="*/ 4079652 w 4257865"/>
              <a:gd name="connsiteY318" fmla="*/ 17811 h 1501997"/>
              <a:gd name="connsiteX319" fmla="*/ 831532 w 4257865"/>
              <a:gd name="connsiteY319" fmla="*/ 190 h 1501997"/>
              <a:gd name="connsiteX320" fmla="*/ 998600 w 4257865"/>
              <a:gd name="connsiteY320" fmla="*/ 190 h 1501997"/>
              <a:gd name="connsiteX321" fmla="*/ 998600 w 4257865"/>
              <a:gd name="connsiteY321" fmla="*/ 887349 h 1501997"/>
              <a:gd name="connsiteX322" fmla="*/ 831532 w 4257865"/>
              <a:gd name="connsiteY322" fmla="*/ 887349 h 1501997"/>
              <a:gd name="connsiteX323" fmla="*/ 0 w 4257865"/>
              <a:gd name="connsiteY323" fmla="*/ 0 h 1501997"/>
              <a:gd name="connsiteX324" fmla="*/ 709993 w 4257865"/>
              <a:gd name="connsiteY324" fmla="*/ 0 h 1501997"/>
              <a:gd name="connsiteX325" fmla="*/ 709993 w 4257865"/>
              <a:gd name="connsiteY325" fmla="*/ 177451 h 1501997"/>
              <a:gd name="connsiteX326" fmla="*/ 0 w 4257865"/>
              <a:gd name="connsiteY326" fmla="*/ 177451 h 1501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</a:cxnLst>
            <a:rect l="l" t="t" r="r" b="b"/>
            <a:pathLst>
              <a:path w="4257865" h="1501997">
                <a:moveTo>
                  <a:pt x="1503045" y="1381696"/>
                </a:moveTo>
                <a:lnTo>
                  <a:pt x="1503176" y="1381851"/>
                </a:lnTo>
                <a:lnTo>
                  <a:pt x="1488090" y="1397126"/>
                </a:lnTo>
                <a:cubicBezTo>
                  <a:pt x="1485042" y="1402746"/>
                  <a:pt x="1483423" y="1408652"/>
                  <a:pt x="1483423" y="1414843"/>
                </a:cubicBezTo>
                <a:cubicBezTo>
                  <a:pt x="1483423" y="1423416"/>
                  <a:pt x="1486566" y="1430083"/>
                  <a:pt x="1492853" y="1434750"/>
                </a:cubicBezTo>
                <a:cubicBezTo>
                  <a:pt x="1499139" y="1439513"/>
                  <a:pt x="1506378" y="1441799"/>
                  <a:pt x="1514379" y="1441799"/>
                </a:cubicBezTo>
                <a:cubicBezTo>
                  <a:pt x="1519523" y="1441799"/>
                  <a:pt x="1524381" y="1441037"/>
                  <a:pt x="1529048" y="1439608"/>
                </a:cubicBezTo>
                <a:cubicBezTo>
                  <a:pt x="1533715" y="1438179"/>
                  <a:pt x="1539049" y="1435417"/>
                  <a:pt x="1544955" y="1431321"/>
                </a:cubicBezTo>
                <a:lnTo>
                  <a:pt x="1503176" y="1381851"/>
                </a:lnTo>
                <a:lnTo>
                  <a:pt x="1503235" y="1381791"/>
                </a:lnTo>
                <a:close/>
                <a:moveTo>
                  <a:pt x="2832735" y="1288732"/>
                </a:moveTo>
                <a:lnTo>
                  <a:pt x="2801683" y="1387506"/>
                </a:lnTo>
                <a:lnTo>
                  <a:pt x="2862548" y="1387506"/>
                </a:lnTo>
                <a:close/>
                <a:moveTo>
                  <a:pt x="3387661" y="1288637"/>
                </a:moveTo>
                <a:lnTo>
                  <a:pt x="3387661" y="1432179"/>
                </a:lnTo>
                <a:lnTo>
                  <a:pt x="3416712" y="1432179"/>
                </a:lnTo>
                <a:lnTo>
                  <a:pt x="3416808" y="1432179"/>
                </a:lnTo>
                <a:cubicBezTo>
                  <a:pt x="3440144" y="1432179"/>
                  <a:pt x="3458241" y="1425511"/>
                  <a:pt x="3471005" y="1412176"/>
                </a:cubicBezTo>
                <a:cubicBezTo>
                  <a:pt x="3483768" y="1398841"/>
                  <a:pt x="3490150" y="1381601"/>
                  <a:pt x="3490150" y="1360360"/>
                </a:cubicBezTo>
                <a:cubicBezTo>
                  <a:pt x="3490150" y="1349597"/>
                  <a:pt x="3488721" y="1339882"/>
                  <a:pt x="3485673" y="1331119"/>
                </a:cubicBezTo>
                <a:cubicBezTo>
                  <a:pt x="3482720" y="1322356"/>
                  <a:pt x="3478244" y="1314831"/>
                  <a:pt x="3472148" y="1308544"/>
                </a:cubicBezTo>
                <a:cubicBezTo>
                  <a:pt x="3466052" y="1302258"/>
                  <a:pt x="3458527" y="1297305"/>
                  <a:pt x="3449383" y="1293876"/>
                </a:cubicBezTo>
                <a:cubicBezTo>
                  <a:pt x="3440239" y="1290352"/>
                  <a:pt x="3429381" y="1288637"/>
                  <a:pt x="3416712" y="1288637"/>
                </a:cubicBezTo>
                <a:close/>
                <a:moveTo>
                  <a:pt x="2019109" y="1282731"/>
                </a:moveTo>
                <a:lnTo>
                  <a:pt x="2019109" y="1347692"/>
                </a:lnTo>
                <a:lnTo>
                  <a:pt x="2053780" y="1347692"/>
                </a:lnTo>
                <a:lnTo>
                  <a:pt x="2053875" y="1347596"/>
                </a:lnTo>
                <a:cubicBezTo>
                  <a:pt x="2063305" y="1347596"/>
                  <a:pt x="2070925" y="1344739"/>
                  <a:pt x="2076830" y="1338929"/>
                </a:cubicBezTo>
                <a:cubicBezTo>
                  <a:pt x="2082736" y="1333119"/>
                  <a:pt x="2085688" y="1325403"/>
                  <a:pt x="2085688" y="1315783"/>
                </a:cubicBezTo>
                <a:cubicBezTo>
                  <a:pt x="2085688" y="1305591"/>
                  <a:pt x="2082831" y="1297495"/>
                  <a:pt x="2077211" y="1291590"/>
                </a:cubicBezTo>
                <a:cubicBezTo>
                  <a:pt x="2071591" y="1285684"/>
                  <a:pt x="2063590" y="1282731"/>
                  <a:pt x="2053398" y="1282731"/>
                </a:cubicBezTo>
                <a:close/>
                <a:moveTo>
                  <a:pt x="3316414" y="1226248"/>
                </a:moveTo>
                <a:lnTo>
                  <a:pt x="3419570" y="1226248"/>
                </a:lnTo>
                <a:cubicBezTo>
                  <a:pt x="3440239" y="1226248"/>
                  <a:pt x="3459384" y="1228915"/>
                  <a:pt x="3477006" y="1234345"/>
                </a:cubicBezTo>
                <a:cubicBezTo>
                  <a:pt x="3494627" y="1239774"/>
                  <a:pt x="3509867" y="1247870"/>
                  <a:pt x="3522726" y="1258919"/>
                </a:cubicBezTo>
                <a:cubicBezTo>
                  <a:pt x="3535584" y="1269968"/>
                  <a:pt x="3545681" y="1284065"/>
                  <a:pt x="3552920" y="1301210"/>
                </a:cubicBezTo>
                <a:cubicBezTo>
                  <a:pt x="3560159" y="1318355"/>
                  <a:pt x="3563778" y="1338739"/>
                  <a:pt x="3563778" y="1362075"/>
                </a:cubicBezTo>
                <a:cubicBezTo>
                  <a:pt x="3563778" y="1385411"/>
                  <a:pt x="3560064" y="1403794"/>
                  <a:pt x="3552729" y="1420273"/>
                </a:cubicBezTo>
                <a:cubicBezTo>
                  <a:pt x="3545300" y="1436846"/>
                  <a:pt x="3535203" y="1450657"/>
                  <a:pt x="3522344" y="1461802"/>
                </a:cubicBezTo>
                <a:cubicBezTo>
                  <a:pt x="3509486" y="1472946"/>
                  <a:pt x="3494151" y="1481232"/>
                  <a:pt x="3476434" y="1486757"/>
                </a:cubicBezTo>
                <a:cubicBezTo>
                  <a:pt x="3458718" y="1492282"/>
                  <a:pt x="3439572" y="1495044"/>
                  <a:pt x="3419189" y="1495044"/>
                </a:cubicBezTo>
                <a:lnTo>
                  <a:pt x="3316414" y="1495044"/>
                </a:lnTo>
                <a:close/>
                <a:moveTo>
                  <a:pt x="3013138" y="1226248"/>
                </a:moveTo>
                <a:lnTo>
                  <a:pt x="3013233" y="1226248"/>
                </a:lnTo>
                <a:lnTo>
                  <a:pt x="3078099" y="1226248"/>
                </a:lnTo>
                <a:lnTo>
                  <a:pt x="3181254" y="1376171"/>
                </a:lnTo>
                <a:lnTo>
                  <a:pt x="3181254" y="1226248"/>
                </a:lnTo>
                <a:lnTo>
                  <a:pt x="3251834" y="1226248"/>
                </a:lnTo>
                <a:lnTo>
                  <a:pt x="3251834" y="1495139"/>
                </a:lnTo>
                <a:lnTo>
                  <a:pt x="3190970" y="1495139"/>
                </a:lnTo>
                <a:lnTo>
                  <a:pt x="3083718" y="1340738"/>
                </a:lnTo>
                <a:lnTo>
                  <a:pt x="3083718" y="1495139"/>
                </a:lnTo>
                <a:lnTo>
                  <a:pt x="3013138" y="1495139"/>
                </a:lnTo>
                <a:close/>
                <a:moveTo>
                  <a:pt x="2794349" y="1226248"/>
                </a:moveTo>
                <a:lnTo>
                  <a:pt x="2876169" y="1226248"/>
                </a:lnTo>
                <a:lnTo>
                  <a:pt x="2971324" y="1495139"/>
                </a:lnTo>
                <a:lnTo>
                  <a:pt x="2894362" y="1495139"/>
                </a:lnTo>
                <a:lnTo>
                  <a:pt x="2877026" y="1439513"/>
                </a:lnTo>
                <a:lnTo>
                  <a:pt x="2787110" y="1439513"/>
                </a:lnTo>
                <a:lnTo>
                  <a:pt x="2769394" y="1495139"/>
                </a:lnTo>
                <a:lnTo>
                  <a:pt x="2695575" y="1495139"/>
                </a:lnTo>
                <a:close/>
                <a:moveTo>
                  <a:pt x="2473928" y="1226248"/>
                </a:moveTo>
                <a:lnTo>
                  <a:pt x="2545270" y="1226248"/>
                </a:lnTo>
                <a:lnTo>
                  <a:pt x="2545270" y="1432274"/>
                </a:lnTo>
                <a:lnTo>
                  <a:pt x="2669857" y="1432274"/>
                </a:lnTo>
                <a:lnTo>
                  <a:pt x="2669857" y="1495139"/>
                </a:lnTo>
                <a:lnTo>
                  <a:pt x="2473928" y="1495139"/>
                </a:lnTo>
                <a:close/>
                <a:moveTo>
                  <a:pt x="2218753" y="1226248"/>
                </a:moveTo>
                <a:lnTo>
                  <a:pt x="2412206" y="1226248"/>
                </a:lnTo>
                <a:lnTo>
                  <a:pt x="2412206" y="1287970"/>
                </a:lnTo>
                <a:lnTo>
                  <a:pt x="2290095" y="1287970"/>
                </a:lnTo>
                <a:lnTo>
                  <a:pt x="2290095" y="1329499"/>
                </a:lnTo>
                <a:lnTo>
                  <a:pt x="2390489" y="1329499"/>
                </a:lnTo>
                <a:lnTo>
                  <a:pt x="2390489" y="1387601"/>
                </a:lnTo>
                <a:lnTo>
                  <a:pt x="2290095" y="1387601"/>
                </a:lnTo>
                <a:lnTo>
                  <a:pt x="2290095" y="1433512"/>
                </a:lnTo>
                <a:lnTo>
                  <a:pt x="2420683" y="1433512"/>
                </a:lnTo>
                <a:lnTo>
                  <a:pt x="2420683" y="1495234"/>
                </a:lnTo>
                <a:lnTo>
                  <a:pt x="2218753" y="1495234"/>
                </a:lnTo>
                <a:lnTo>
                  <a:pt x="2218753" y="1226343"/>
                </a:lnTo>
                <a:close/>
                <a:moveTo>
                  <a:pt x="1949481" y="1226248"/>
                </a:moveTo>
                <a:lnTo>
                  <a:pt x="2060733" y="1226248"/>
                </a:lnTo>
                <a:cubicBezTo>
                  <a:pt x="2075211" y="1226248"/>
                  <a:pt x="2088355" y="1228153"/>
                  <a:pt x="2100071" y="1231868"/>
                </a:cubicBezTo>
                <a:cubicBezTo>
                  <a:pt x="2111787" y="1235582"/>
                  <a:pt x="2121788" y="1241202"/>
                  <a:pt x="2130075" y="1248632"/>
                </a:cubicBezTo>
                <a:cubicBezTo>
                  <a:pt x="2138362" y="1256061"/>
                  <a:pt x="2144839" y="1265205"/>
                  <a:pt x="2149411" y="1276254"/>
                </a:cubicBezTo>
                <a:cubicBezTo>
                  <a:pt x="2153982" y="1287303"/>
                  <a:pt x="2156269" y="1300067"/>
                  <a:pt x="2156269" y="1314545"/>
                </a:cubicBezTo>
                <a:cubicBezTo>
                  <a:pt x="2156269" y="1332261"/>
                  <a:pt x="2152363" y="1347692"/>
                  <a:pt x="2144553" y="1360741"/>
                </a:cubicBezTo>
                <a:cubicBezTo>
                  <a:pt x="2136742" y="1373790"/>
                  <a:pt x="2126455" y="1384173"/>
                  <a:pt x="2113501" y="1391983"/>
                </a:cubicBezTo>
                <a:lnTo>
                  <a:pt x="2171128" y="1495139"/>
                </a:lnTo>
                <a:lnTo>
                  <a:pt x="2094547" y="1495139"/>
                </a:lnTo>
                <a:lnTo>
                  <a:pt x="2049017" y="1403603"/>
                </a:lnTo>
                <a:lnTo>
                  <a:pt x="2019204" y="1403603"/>
                </a:lnTo>
                <a:lnTo>
                  <a:pt x="2019204" y="1495139"/>
                </a:lnTo>
                <a:lnTo>
                  <a:pt x="1949481" y="1495139"/>
                </a:lnTo>
                <a:close/>
                <a:moveTo>
                  <a:pt x="1813655" y="1226248"/>
                </a:moveTo>
                <a:lnTo>
                  <a:pt x="1884997" y="1226248"/>
                </a:lnTo>
                <a:lnTo>
                  <a:pt x="1884997" y="1495139"/>
                </a:lnTo>
                <a:lnTo>
                  <a:pt x="1813655" y="1495139"/>
                </a:lnTo>
                <a:close/>
                <a:moveTo>
                  <a:pt x="1063847" y="1226248"/>
                </a:moveTo>
                <a:lnTo>
                  <a:pt x="1135189" y="1226248"/>
                </a:lnTo>
                <a:lnTo>
                  <a:pt x="1135189" y="1327023"/>
                </a:lnTo>
                <a:lnTo>
                  <a:pt x="1215390" y="1226248"/>
                </a:lnTo>
                <a:lnTo>
                  <a:pt x="1298829" y="1226248"/>
                </a:lnTo>
                <a:lnTo>
                  <a:pt x="1209389" y="1329880"/>
                </a:lnTo>
                <a:lnTo>
                  <a:pt x="1313021" y="1495139"/>
                </a:lnTo>
                <a:lnTo>
                  <a:pt x="1226343" y="1495139"/>
                </a:lnTo>
                <a:lnTo>
                  <a:pt x="1160621" y="1386268"/>
                </a:lnTo>
                <a:lnTo>
                  <a:pt x="1135189" y="1416081"/>
                </a:lnTo>
                <a:lnTo>
                  <a:pt x="1135189" y="1495139"/>
                </a:lnTo>
                <a:lnTo>
                  <a:pt x="1063847" y="1495139"/>
                </a:lnTo>
                <a:close/>
                <a:moveTo>
                  <a:pt x="769238" y="1226248"/>
                </a:moveTo>
                <a:lnTo>
                  <a:pt x="840580" y="1226248"/>
                </a:lnTo>
                <a:lnTo>
                  <a:pt x="840580" y="1383887"/>
                </a:lnTo>
                <a:cubicBezTo>
                  <a:pt x="840580" y="1398650"/>
                  <a:pt x="844009" y="1410747"/>
                  <a:pt x="850867" y="1420177"/>
                </a:cubicBezTo>
                <a:cubicBezTo>
                  <a:pt x="857725" y="1429607"/>
                  <a:pt x="869060" y="1434274"/>
                  <a:pt x="884967" y="1434274"/>
                </a:cubicBezTo>
                <a:cubicBezTo>
                  <a:pt x="900874" y="1434274"/>
                  <a:pt x="912113" y="1429511"/>
                  <a:pt x="918780" y="1419986"/>
                </a:cubicBezTo>
                <a:cubicBezTo>
                  <a:pt x="925543" y="1410461"/>
                  <a:pt x="928877" y="1398460"/>
                  <a:pt x="928877" y="1383887"/>
                </a:cubicBezTo>
                <a:lnTo>
                  <a:pt x="928877" y="1226248"/>
                </a:lnTo>
                <a:lnTo>
                  <a:pt x="1001077" y="1226248"/>
                </a:lnTo>
                <a:lnTo>
                  <a:pt x="1001077" y="1390269"/>
                </a:lnTo>
                <a:cubicBezTo>
                  <a:pt x="1001077" y="1407509"/>
                  <a:pt x="998219" y="1423034"/>
                  <a:pt x="992599" y="1436846"/>
                </a:cubicBezTo>
                <a:cubicBezTo>
                  <a:pt x="986980" y="1450657"/>
                  <a:pt x="978979" y="1462468"/>
                  <a:pt x="968596" y="1472088"/>
                </a:cubicBezTo>
                <a:cubicBezTo>
                  <a:pt x="958214" y="1481708"/>
                  <a:pt x="946022" y="1489138"/>
                  <a:pt x="931925" y="1494282"/>
                </a:cubicBezTo>
                <a:cubicBezTo>
                  <a:pt x="917828" y="1499425"/>
                  <a:pt x="902302" y="1501997"/>
                  <a:pt x="885348" y="1501997"/>
                </a:cubicBezTo>
                <a:cubicBezTo>
                  <a:pt x="868393" y="1501997"/>
                  <a:pt x="852867" y="1499425"/>
                  <a:pt x="838580" y="1494282"/>
                </a:cubicBezTo>
                <a:cubicBezTo>
                  <a:pt x="824292" y="1489233"/>
                  <a:pt x="812005" y="1481899"/>
                  <a:pt x="801718" y="1472279"/>
                </a:cubicBezTo>
                <a:cubicBezTo>
                  <a:pt x="791431" y="1462658"/>
                  <a:pt x="783335" y="1451038"/>
                  <a:pt x="777715" y="1437227"/>
                </a:cubicBezTo>
                <a:cubicBezTo>
                  <a:pt x="772096" y="1423415"/>
                  <a:pt x="769238" y="1407699"/>
                  <a:pt x="769238" y="1390269"/>
                </a:cubicBezTo>
                <a:close/>
                <a:moveTo>
                  <a:pt x="1542383" y="1218628"/>
                </a:moveTo>
                <a:cubicBezTo>
                  <a:pt x="1559337" y="1218628"/>
                  <a:pt x="1574863" y="1222724"/>
                  <a:pt x="1588960" y="1230915"/>
                </a:cubicBezTo>
                <a:cubicBezTo>
                  <a:pt x="1603057" y="1239107"/>
                  <a:pt x="1614011" y="1252156"/>
                  <a:pt x="1621821" y="1270253"/>
                </a:cubicBezTo>
                <a:lnTo>
                  <a:pt x="1572672" y="1298828"/>
                </a:lnTo>
                <a:cubicBezTo>
                  <a:pt x="1570005" y="1292161"/>
                  <a:pt x="1566386" y="1286541"/>
                  <a:pt x="1562004" y="1282065"/>
                </a:cubicBezTo>
                <a:cubicBezTo>
                  <a:pt x="1557623" y="1277588"/>
                  <a:pt x="1551908" y="1275397"/>
                  <a:pt x="1544859" y="1275397"/>
                </a:cubicBezTo>
                <a:cubicBezTo>
                  <a:pt x="1538382" y="1275397"/>
                  <a:pt x="1532953" y="1277302"/>
                  <a:pt x="1528572" y="1281207"/>
                </a:cubicBezTo>
                <a:cubicBezTo>
                  <a:pt x="1524190" y="1285112"/>
                  <a:pt x="1521904" y="1290256"/>
                  <a:pt x="1521904" y="1296733"/>
                </a:cubicBezTo>
                <a:cubicBezTo>
                  <a:pt x="1521904" y="1301305"/>
                  <a:pt x="1523238" y="1305686"/>
                  <a:pt x="1525905" y="1309878"/>
                </a:cubicBezTo>
                <a:cubicBezTo>
                  <a:pt x="1528572" y="1314069"/>
                  <a:pt x="1531429" y="1317878"/>
                  <a:pt x="1534382" y="1321403"/>
                </a:cubicBezTo>
                <a:lnTo>
                  <a:pt x="1591627" y="1388268"/>
                </a:lnTo>
                <a:cubicBezTo>
                  <a:pt x="1596961" y="1382934"/>
                  <a:pt x="1602676" y="1376838"/>
                  <a:pt x="1608772" y="1370171"/>
                </a:cubicBezTo>
                <a:cubicBezTo>
                  <a:pt x="1614773" y="1363408"/>
                  <a:pt x="1621345" y="1356169"/>
                  <a:pt x="1628298" y="1348358"/>
                </a:cubicBezTo>
                <a:lnTo>
                  <a:pt x="1673066" y="1389030"/>
                </a:lnTo>
                <a:cubicBezTo>
                  <a:pt x="1665255" y="1397603"/>
                  <a:pt x="1657826" y="1405604"/>
                  <a:pt x="1650682" y="1413033"/>
                </a:cubicBezTo>
                <a:cubicBezTo>
                  <a:pt x="1643538" y="1420463"/>
                  <a:pt x="1636871" y="1427225"/>
                  <a:pt x="1630775" y="1433417"/>
                </a:cubicBezTo>
                <a:lnTo>
                  <a:pt x="1683162" y="1494662"/>
                </a:lnTo>
                <a:lnTo>
                  <a:pt x="1599342" y="1494662"/>
                </a:lnTo>
                <a:lnTo>
                  <a:pt x="1582769" y="1475327"/>
                </a:lnTo>
                <a:lnTo>
                  <a:pt x="1582674" y="1475708"/>
                </a:lnTo>
                <a:cubicBezTo>
                  <a:pt x="1575435" y="1481042"/>
                  <a:pt x="1568481" y="1485423"/>
                  <a:pt x="1561909" y="1488566"/>
                </a:cubicBezTo>
                <a:cubicBezTo>
                  <a:pt x="1555337" y="1491805"/>
                  <a:pt x="1549050" y="1494377"/>
                  <a:pt x="1542954" y="1496377"/>
                </a:cubicBezTo>
                <a:cubicBezTo>
                  <a:pt x="1536858" y="1498377"/>
                  <a:pt x="1530953" y="1499711"/>
                  <a:pt x="1525047" y="1500378"/>
                </a:cubicBezTo>
                <a:cubicBezTo>
                  <a:pt x="1519142" y="1501044"/>
                  <a:pt x="1513046" y="1501425"/>
                  <a:pt x="1506950" y="1501425"/>
                </a:cubicBezTo>
                <a:cubicBezTo>
                  <a:pt x="1494853" y="1501425"/>
                  <a:pt x="1483328" y="1499711"/>
                  <a:pt x="1472469" y="1496187"/>
                </a:cubicBezTo>
                <a:cubicBezTo>
                  <a:pt x="1461611" y="1492662"/>
                  <a:pt x="1452086" y="1487519"/>
                  <a:pt x="1443894" y="1480661"/>
                </a:cubicBezTo>
                <a:cubicBezTo>
                  <a:pt x="1435703" y="1473803"/>
                  <a:pt x="1429226" y="1465421"/>
                  <a:pt x="1424559" y="1455515"/>
                </a:cubicBezTo>
                <a:cubicBezTo>
                  <a:pt x="1419891" y="1445609"/>
                  <a:pt x="1417510" y="1434179"/>
                  <a:pt x="1417510" y="1421225"/>
                </a:cubicBezTo>
                <a:cubicBezTo>
                  <a:pt x="1417510" y="1404556"/>
                  <a:pt x="1421796" y="1389030"/>
                  <a:pt x="1430369" y="1374648"/>
                </a:cubicBezTo>
                <a:cubicBezTo>
                  <a:pt x="1438941" y="1360265"/>
                  <a:pt x="1451610" y="1348358"/>
                  <a:pt x="1468278" y="1338929"/>
                </a:cubicBezTo>
                <a:cubicBezTo>
                  <a:pt x="1462087" y="1329499"/>
                  <a:pt x="1458277" y="1321212"/>
                  <a:pt x="1456753" y="1313878"/>
                </a:cubicBezTo>
                <a:cubicBezTo>
                  <a:pt x="1455324" y="1306639"/>
                  <a:pt x="1454562" y="1299876"/>
                  <a:pt x="1454562" y="1293685"/>
                </a:cubicBezTo>
                <a:cubicBezTo>
                  <a:pt x="1454562" y="1283207"/>
                  <a:pt x="1456753" y="1273492"/>
                  <a:pt x="1461039" y="1264443"/>
                </a:cubicBezTo>
                <a:cubicBezTo>
                  <a:pt x="1465326" y="1255395"/>
                  <a:pt x="1471422" y="1247489"/>
                  <a:pt x="1479137" y="1240631"/>
                </a:cubicBezTo>
                <a:cubicBezTo>
                  <a:pt x="1486852" y="1233773"/>
                  <a:pt x="1496187" y="1228439"/>
                  <a:pt x="1506950" y="1224533"/>
                </a:cubicBezTo>
                <a:cubicBezTo>
                  <a:pt x="1517713" y="1220628"/>
                  <a:pt x="1529524" y="1218628"/>
                  <a:pt x="1542383" y="1218628"/>
                </a:cubicBezTo>
                <a:close/>
                <a:moveTo>
                  <a:pt x="95" y="709898"/>
                </a:moveTo>
                <a:lnTo>
                  <a:pt x="177546" y="709898"/>
                </a:lnTo>
                <a:lnTo>
                  <a:pt x="177546" y="887349"/>
                </a:lnTo>
                <a:lnTo>
                  <a:pt x="95" y="887349"/>
                </a:lnTo>
                <a:close/>
                <a:moveTo>
                  <a:pt x="0" y="354901"/>
                </a:moveTo>
                <a:lnTo>
                  <a:pt x="532543" y="354901"/>
                </a:lnTo>
                <a:lnTo>
                  <a:pt x="532543" y="532352"/>
                </a:lnTo>
                <a:lnTo>
                  <a:pt x="0" y="532352"/>
                </a:lnTo>
                <a:close/>
                <a:moveTo>
                  <a:pt x="3359657" y="340900"/>
                </a:moveTo>
                <a:cubicBezTo>
                  <a:pt x="3332320" y="340900"/>
                  <a:pt x="3308032" y="345377"/>
                  <a:pt x="3286791" y="354330"/>
                </a:cubicBezTo>
                <a:cubicBezTo>
                  <a:pt x="3265550" y="363283"/>
                  <a:pt x="3247929" y="374618"/>
                  <a:pt x="3233737" y="388334"/>
                </a:cubicBezTo>
                <a:cubicBezTo>
                  <a:pt x="3219544" y="402050"/>
                  <a:pt x="3208686" y="417385"/>
                  <a:pt x="3201161" y="434340"/>
                </a:cubicBezTo>
                <a:cubicBezTo>
                  <a:pt x="3193636" y="451294"/>
                  <a:pt x="3189826" y="468344"/>
                  <a:pt x="3189826" y="485299"/>
                </a:cubicBezTo>
                <a:lnTo>
                  <a:pt x="3515391" y="485299"/>
                </a:lnTo>
                <a:cubicBezTo>
                  <a:pt x="3515391" y="468344"/>
                  <a:pt x="3512057" y="451294"/>
                  <a:pt x="3505485" y="434340"/>
                </a:cubicBezTo>
                <a:cubicBezTo>
                  <a:pt x="3498817" y="417385"/>
                  <a:pt x="3489197" y="402050"/>
                  <a:pt x="3476434" y="388334"/>
                </a:cubicBezTo>
                <a:cubicBezTo>
                  <a:pt x="3463670" y="374618"/>
                  <a:pt x="3447382" y="363283"/>
                  <a:pt x="3427570" y="354330"/>
                </a:cubicBezTo>
                <a:cubicBezTo>
                  <a:pt x="3407758" y="345377"/>
                  <a:pt x="3385184" y="340900"/>
                  <a:pt x="3359657" y="340900"/>
                </a:cubicBezTo>
                <a:close/>
                <a:moveTo>
                  <a:pt x="1150334" y="211455"/>
                </a:moveTo>
                <a:lnTo>
                  <a:pt x="1317402" y="211455"/>
                </a:lnTo>
                <a:lnTo>
                  <a:pt x="1317402" y="625507"/>
                </a:lnTo>
                <a:cubicBezTo>
                  <a:pt x="1317402" y="667988"/>
                  <a:pt x="1328928" y="700754"/>
                  <a:pt x="1352073" y="723900"/>
                </a:cubicBezTo>
                <a:cubicBezTo>
                  <a:pt x="1375219" y="747046"/>
                  <a:pt x="1405128" y="758571"/>
                  <a:pt x="1441989" y="758571"/>
                </a:cubicBezTo>
                <a:cubicBezTo>
                  <a:pt x="1464659" y="758571"/>
                  <a:pt x="1485900" y="754094"/>
                  <a:pt x="1505712" y="745141"/>
                </a:cubicBezTo>
                <a:cubicBezTo>
                  <a:pt x="1525524" y="736187"/>
                  <a:pt x="1542478" y="723614"/>
                  <a:pt x="1556670" y="707612"/>
                </a:cubicBezTo>
                <a:cubicBezTo>
                  <a:pt x="1570863" y="691610"/>
                  <a:pt x="1581912" y="672941"/>
                  <a:pt x="1589913" y="651701"/>
                </a:cubicBezTo>
                <a:cubicBezTo>
                  <a:pt x="1597914" y="630460"/>
                  <a:pt x="1601914" y="607600"/>
                  <a:pt x="1601914" y="583025"/>
                </a:cubicBezTo>
                <a:lnTo>
                  <a:pt x="1601819" y="583025"/>
                </a:lnTo>
                <a:lnTo>
                  <a:pt x="1601819" y="211455"/>
                </a:lnTo>
                <a:lnTo>
                  <a:pt x="1768887" y="211455"/>
                </a:lnTo>
                <a:lnTo>
                  <a:pt x="1768887" y="887349"/>
                </a:lnTo>
                <a:lnTo>
                  <a:pt x="1608963" y="887349"/>
                </a:lnTo>
                <a:lnTo>
                  <a:pt x="1604772" y="812292"/>
                </a:lnTo>
                <a:cubicBezTo>
                  <a:pt x="1596294" y="821722"/>
                  <a:pt x="1585817" y="831628"/>
                  <a:pt x="1573625" y="842010"/>
                </a:cubicBezTo>
                <a:cubicBezTo>
                  <a:pt x="1561338" y="852392"/>
                  <a:pt x="1547145" y="862108"/>
                  <a:pt x="1531143" y="871061"/>
                </a:cubicBezTo>
                <a:cubicBezTo>
                  <a:pt x="1515046" y="880110"/>
                  <a:pt x="1496663" y="887349"/>
                  <a:pt x="1475898" y="893064"/>
                </a:cubicBezTo>
                <a:cubicBezTo>
                  <a:pt x="1455134" y="898684"/>
                  <a:pt x="1431512" y="901541"/>
                  <a:pt x="1405128" y="901541"/>
                </a:cubicBezTo>
                <a:cubicBezTo>
                  <a:pt x="1322070" y="901541"/>
                  <a:pt x="1258824" y="876776"/>
                  <a:pt x="1215485" y="827246"/>
                </a:cubicBezTo>
                <a:cubicBezTo>
                  <a:pt x="1172051" y="777716"/>
                  <a:pt x="1150334" y="710946"/>
                  <a:pt x="1150334" y="626936"/>
                </a:cubicBezTo>
                <a:close/>
                <a:moveTo>
                  <a:pt x="4175664" y="202882"/>
                </a:moveTo>
                <a:cubicBezTo>
                  <a:pt x="4191666" y="202882"/>
                  <a:pt x="4206049" y="203834"/>
                  <a:pt x="4218813" y="205739"/>
                </a:cubicBezTo>
                <a:lnTo>
                  <a:pt x="4218908" y="205739"/>
                </a:lnTo>
                <a:cubicBezTo>
                  <a:pt x="4231672" y="207645"/>
                  <a:pt x="4244625" y="210978"/>
                  <a:pt x="4257865" y="215645"/>
                </a:cubicBezTo>
                <a:lnTo>
                  <a:pt x="4223861" y="372808"/>
                </a:lnTo>
                <a:cubicBezTo>
                  <a:pt x="4212526" y="368045"/>
                  <a:pt x="4201001" y="364807"/>
                  <a:pt x="4189190" y="362902"/>
                </a:cubicBezTo>
                <a:cubicBezTo>
                  <a:pt x="4177379" y="360997"/>
                  <a:pt x="4163473" y="360045"/>
                  <a:pt x="4147471" y="360045"/>
                </a:cubicBezTo>
                <a:cubicBezTo>
                  <a:pt x="4124801" y="360045"/>
                  <a:pt x="4103084" y="363854"/>
                  <a:pt x="4082320" y="371379"/>
                </a:cubicBezTo>
                <a:cubicBezTo>
                  <a:pt x="4061555" y="378999"/>
                  <a:pt x="4043553" y="389762"/>
                  <a:pt x="4028503" y="403955"/>
                </a:cubicBezTo>
                <a:cubicBezTo>
                  <a:pt x="4013359" y="418147"/>
                  <a:pt x="4001357" y="435101"/>
                  <a:pt x="3992404" y="454913"/>
                </a:cubicBezTo>
                <a:cubicBezTo>
                  <a:pt x="3983450" y="474725"/>
                  <a:pt x="3978973" y="496919"/>
                  <a:pt x="3978973" y="521398"/>
                </a:cubicBezTo>
                <a:lnTo>
                  <a:pt x="3978973" y="887349"/>
                </a:lnTo>
                <a:lnTo>
                  <a:pt x="3811905" y="887349"/>
                </a:lnTo>
                <a:lnTo>
                  <a:pt x="3811905" y="211454"/>
                </a:lnTo>
                <a:lnTo>
                  <a:pt x="3971925" y="211454"/>
                </a:lnTo>
                <a:lnTo>
                  <a:pt x="3976116" y="299180"/>
                </a:lnTo>
                <a:cubicBezTo>
                  <a:pt x="3983641" y="289750"/>
                  <a:pt x="3993356" y="279368"/>
                  <a:pt x="4005167" y="268033"/>
                </a:cubicBezTo>
                <a:cubicBezTo>
                  <a:pt x="4016883" y="256698"/>
                  <a:pt x="4030885" y="246316"/>
                  <a:pt x="4046887" y="236886"/>
                </a:cubicBezTo>
                <a:cubicBezTo>
                  <a:pt x="4062889" y="227456"/>
                  <a:pt x="4081558" y="219455"/>
                  <a:pt x="4102798" y="212788"/>
                </a:cubicBezTo>
                <a:cubicBezTo>
                  <a:pt x="4123944" y="206216"/>
                  <a:pt x="4148233" y="202882"/>
                  <a:pt x="4175664" y="202882"/>
                </a:cubicBezTo>
                <a:close/>
                <a:moveTo>
                  <a:pt x="3359753" y="200787"/>
                </a:moveTo>
                <a:cubicBezTo>
                  <a:pt x="3420046" y="200787"/>
                  <a:pt x="3471290" y="211836"/>
                  <a:pt x="3513295" y="234029"/>
                </a:cubicBezTo>
                <a:cubicBezTo>
                  <a:pt x="3555301" y="256222"/>
                  <a:pt x="3589019" y="285274"/>
                  <a:pt x="3614546" y="321088"/>
                </a:cubicBezTo>
                <a:lnTo>
                  <a:pt x="3614641" y="321088"/>
                </a:lnTo>
                <a:cubicBezTo>
                  <a:pt x="3640169" y="356997"/>
                  <a:pt x="3658552" y="397478"/>
                  <a:pt x="3669887" y="442817"/>
                </a:cubicBezTo>
                <a:cubicBezTo>
                  <a:pt x="3681221" y="488156"/>
                  <a:pt x="3686841" y="534448"/>
                  <a:pt x="3686841" y="581596"/>
                </a:cubicBezTo>
                <a:lnTo>
                  <a:pt x="3686841" y="605600"/>
                </a:lnTo>
                <a:lnTo>
                  <a:pt x="3191350" y="605600"/>
                </a:lnTo>
                <a:cubicBezTo>
                  <a:pt x="3191350" y="630174"/>
                  <a:pt x="3196780" y="652367"/>
                  <a:pt x="3207638" y="672179"/>
                </a:cubicBezTo>
                <a:cubicBezTo>
                  <a:pt x="3218497" y="691991"/>
                  <a:pt x="3232594" y="708946"/>
                  <a:pt x="3250120" y="723138"/>
                </a:cubicBezTo>
                <a:cubicBezTo>
                  <a:pt x="3267550" y="737330"/>
                  <a:pt x="3287362" y="748189"/>
                  <a:pt x="3309556" y="755713"/>
                </a:cubicBezTo>
                <a:cubicBezTo>
                  <a:pt x="3331749" y="763334"/>
                  <a:pt x="3353656" y="767048"/>
                  <a:pt x="3375373" y="767048"/>
                </a:cubicBezTo>
                <a:cubicBezTo>
                  <a:pt x="3407378" y="767048"/>
                  <a:pt x="3435476" y="764000"/>
                  <a:pt x="3459574" y="757809"/>
                </a:cubicBezTo>
                <a:cubicBezTo>
                  <a:pt x="3483578" y="751713"/>
                  <a:pt x="3504151" y="744569"/>
                  <a:pt x="3521106" y="736568"/>
                </a:cubicBezTo>
                <a:cubicBezTo>
                  <a:pt x="3538061" y="728567"/>
                  <a:pt x="3551967" y="719995"/>
                  <a:pt x="3562825" y="711041"/>
                </a:cubicBezTo>
                <a:cubicBezTo>
                  <a:pt x="3573684" y="702088"/>
                  <a:pt x="3581875" y="694849"/>
                  <a:pt x="3587590" y="689134"/>
                </a:cubicBezTo>
                <a:lnTo>
                  <a:pt x="3678173" y="791051"/>
                </a:lnTo>
                <a:cubicBezTo>
                  <a:pt x="3675316" y="793909"/>
                  <a:pt x="3667600" y="801624"/>
                  <a:pt x="3654837" y="814388"/>
                </a:cubicBezTo>
                <a:cubicBezTo>
                  <a:pt x="3642073" y="827151"/>
                  <a:pt x="3623690" y="840581"/>
                  <a:pt x="3599592" y="854774"/>
                </a:cubicBezTo>
                <a:cubicBezTo>
                  <a:pt x="3575494" y="868871"/>
                  <a:pt x="3544823" y="881634"/>
                  <a:pt x="3507580" y="892969"/>
                </a:cubicBezTo>
                <a:cubicBezTo>
                  <a:pt x="3470338" y="904208"/>
                  <a:pt x="3426713" y="909923"/>
                  <a:pt x="3373849" y="909923"/>
                </a:cubicBezTo>
                <a:cubicBezTo>
                  <a:pt x="3320986" y="909923"/>
                  <a:pt x="3272884" y="900970"/>
                  <a:pt x="3229450" y="883063"/>
                </a:cubicBezTo>
                <a:cubicBezTo>
                  <a:pt x="3186112" y="865156"/>
                  <a:pt x="3149059" y="840391"/>
                  <a:pt x="3118389" y="808768"/>
                </a:cubicBezTo>
                <a:cubicBezTo>
                  <a:pt x="3087719" y="777240"/>
                  <a:pt x="3064096" y="739235"/>
                  <a:pt x="3047618" y="694849"/>
                </a:cubicBezTo>
                <a:cubicBezTo>
                  <a:pt x="3031140" y="650462"/>
                  <a:pt x="3022853" y="601408"/>
                  <a:pt x="3022853" y="547592"/>
                </a:cubicBezTo>
                <a:cubicBezTo>
                  <a:pt x="3022853" y="498538"/>
                  <a:pt x="3031140" y="453009"/>
                  <a:pt x="3047618" y="411004"/>
                </a:cubicBezTo>
                <a:cubicBezTo>
                  <a:pt x="3064096" y="368998"/>
                  <a:pt x="3087242" y="332423"/>
                  <a:pt x="3116960" y="301276"/>
                </a:cubicBezTo>
                <a:cubicBezTo>
                  <a:pt x="3146678" y="270129"/>
                  <a:pt x="3182111" y="245554"/>
                  <a:pt x="3223164" y="227647"/>
                </a:cubicBezTo>
                <a:cubicBezTo>
                  <a:pt x="3264217" y="209740"/>
                  <a:pt x="3309746" y="200787"/>
                  <a:pt x="3359753" y="200787"/>
                </a:cubicBezTo>
                <a:close/>
                <a:moveTo>
                  <a:pt x="2570606" y="285"/>
                </a:moveTo>
                <a:lnTo>
                  <a:pt x="2737675" y="285"/>
                </a:lnTo>
                <a:lnTo>
                  <a:pt x="2737675" y="211454"/>
                </a:lnTo>
                <a:lnTo>
                  <a:pt x="2916078" y="211454"/>
                </a:lnTo>
                <a:lnTo>
                  <a:pt x="2916078" y="355187"/>
                </a:lnTo>
                <a:lnTo>
                  <a:pt x="2737675" y="355187"/>
                </a:lnTo>
                <a:lnTo>
                  <a:pt x="2737675" y="649604"/>
                </a:lnTo>
                <a:cubicBezTo>
                  <a:pt x="2737675" y="687323"/>
                  <a:pt x="2744057" y="716375"/>
                  <a:pt x="2756820" y="736663"/>
                </a:cubicBezTo>
                <a:cubicBezTo>
                  <a:pt x="2769488" y="756951"/>
                  <a:pt x="2790062" y="767048"/>
                  <a:pt x="2818351" y="767048"/>
                </a:cubicBezTo>
                <a:cubicBezTo>
                  <a:pt x="2844736" y="767048"/>
                  <a:pt x="2865786" y="763333"/>
                  <a:pt x="2881312" y="755713"/>
                </a:cubicBezTo>
                <a:lnTo>
                  <a:pt x="2881407" y="755808"/>
                </a:lnTo>
                <a:cubicBezTo>
                  <a:pt x="2896933" y="748283"/>
                  <a:pt x="2911792" y="739330"/>
                  <a:pt x="2925984" y="728948"/>
                </a:cubicBezTo>
                <a:lnTo>
                  <a:pt x="2996755" y="832294"/>
                </a:lnTo>
                <a:cubicBezTo>
                  <a:pt x="2963703" y="859726"/>
                  <a:pt x="2931128" y="879252"/>
                  <a:pt x="2899124" y="891063"/>
                </a:cubicBezTo>
                <a:cubicBezTo>
                  <a:pt x="2867024" y="902874"/>
                  <a:pt x="2832067" y="908780"/>
                  <a:pt x="2791491" y="908780"/>
                </a:cubicBezTo>
                <a:cubicBezTo>
                  <a:pt x="2750915" y="908780"/>
                  <a:pt x="2716434" y="902874"/>
                  <a:pt x="2688145" y="891063"/>
                </a:cubicBezTo>
                <a:cubicBezTo>
                  <a:pt x="2659856" y="879252"/>
                  <a:pt x="2636900" y="862488"/>
                  <a:pt x="2619470" y="840771"/>
                </a:cubicBezTo>
                <a:cubicBezTo>
                  <a:pt x="2601944" y="819054"/>
                  <a:pt x="2589466" y="792860"/>
                  <a:pt x="2581941" y="762190"/>
                </a:cubicBezTo>
                <a:cubicBezTo>
                  <a:pt x="2574416" y="731519"/>
                  <a:pt x="2570606" y="697801"/>
                  <a:pt x="2570606" y="660939"/>
                </a:cubicBezTo>
                <a:lnTo>
                  <a:pt x="2570606" y="355187"/>
                </a:lnTo>
                <a:lnTo>
                  <a:pt x="2457354" y="355187"/>
                </a:lnTo>
                <a:lnTo>
                  <a:pt x="2457354" y="211454"/>
                </a:lnTo>
                <a:lnTo>
                  <a:pt x="2570606" y="211454"/>
                </a:lnTo>
                <a:close/>
                <a:moveTo>
                  <a:pt x="1997963" y="285"/>
                </a:moveTo>
                <a:lnTo>
                  <a:pt x="2165032" y="285"/>
                </a:lnTo>
                <a:lnTo>
                  <a:pt x="2165032" y="211454"/>
                </a:lnTo>
                <a:lnTo>
                  <a:pt x="2343435" y="211454"/>
                </a:lnTo>
                <a:lnTo>
                  <a:pt x="2343435" y="355187"/>
                </a:lnTo>
                <a:lnTo>
                  <a:pt x="2165032" y="355187"/>
                </a:lnTo>
                <a:lnTo>
                  <a:pt x="2165032" y="649604"/>
                </a:lnTo>
                <a:cubicBezTo>
                  <a:pt x="2165032" y="687323"/>
                  <a:pt x="2171414" y="716375"/>
                  <a:pt x="2184177" y="736663"/>
                </a:cubicBezTo>
                <a:cubicBezTo>
                  <a:pt x="2196845" y="756951"/>
                  <a:pt x="2217419" y="767048"/>
                  <a:pt x="2245708" y="767048"/>
                </a:cubicBezTo>
                <a:cubicBezTo>
                  <a:pt x="2272093" y="767048"/>
                  <a:pt x="2293143" y="763333"/>
                  <a:pt x="2308669" y="755713"/>
                </a:cubicBezTo>
                <a:lnTo>
                  <a:pt x="2308669" y="755808"/>
                </a:lnTo>
                <a:cubicBezTo>
                  <a:pt x="2324195" y="748283"/>
                  <a:pt x="2339149" y="739330"/>
                  <a:pt x="2353246" y="728948"/>
                </a:cubicBezTo>
                <a:lnTo>
                  <a:pt x="2424016" y="832294"/>
                </a:lnTo>
                <a:cubicBezTo>
                  <a:pt x="2390965" y="859726"/>
                  <a:pt x="2358484" y="879252"/>
                  <a:pt x="2326385" y="891063"/>
                </a:cubicBezTo>
                <a:cubicBezTo>
                  <a:pt x="2294286" y="902874"/>
                  <a:pt x="2259424" y="908780"/>
                  <a:pt x="2218848" y="908780"/>
                </a:cubicBezTo>
                <a:cubicBezTo>
                  <a:pt x="2178272" y="908780"/>
                  <a:pt x="2143791" y="902874"/>
                  <a:pt x="2115502" y="891063"/>
                </a:cubicBezTo>
                <a:cubicBezTo>
                  <a:pt x="2087213" y="879252"/>
                  <a:pt x="2064257" y="862488"/>
                  <a:pt x="2046826" y="840771"/>
                </a:cubicBezTo>
                <a:cubicBezTo>
                  <a:pt x="2029300" y="819054"/>
                  <a:pt x="2016823" y="792860"/>
                  <a:pt x="2009298" y="762190"/>
                </a:cubicBezTo>
                <a:cubicBezTo>
                  <a:pt x="2001773" y="731519"/>
                  <a:pt x="1997963" y="697801"/>
                  <a:pt x="1997963" y="660939"/>
                </a:cubicBezTo>
                <a:lnTo>
                  <a:pt x="1997963" y="355187"/>
                </a:lnTo>
                <a:lnTo>
                  <a:pt x="1884711" y="355187"/>
                </a:lnTo>
                <a:lnTo>
                  <a:pt x="1884711" y="211454"/>
                </a:lnTo>
                <a:lnTo>
                  <a:pt x="1997963" y="211454"/>
                </a:lnTo>
                <a:close/>
                <a:moveTo>
                  <a:pt x="4169663" y="190"/>
                </a:moveTo>
                <a:lnTo>
                  <a:pt x="4188618" y="190"/>
                </a:lnTo>
                <a:lnTo>
                  <a:pt x="4211669" y="41624"/>
                </a:lnTo>
                <a:lnTo>
                  <a:pt x="4234147" y="190"/>
                </a:lnTo>
                <a:lnTo>
                  <a:pt x="4253197" y="190"/>
                </a:lnTo>
                <a:lnTo>
                  <a:pt x="4257388" y="88582"/>
                </a:lnTo>
                <a:lnTo>
                  <a:pt x="4237386" y="88582"/>
                </a:lnTo>
                <a:lnTo>
                  <a:pt x="4234814" y="30765"/>
                </a:lnTo>
                <a:lnTo>
                  <a:pt x="4216526" y="65246"/>
                </a:lnTo>
                <a:lnTo>
                  <a:pt x="4206239" y="65246"/>
                </a:lnTo>
                <a:lnTo>
                  <a:pt x="4186808" y="31146"/>
                </a:lnTo>
                <a:lnTo>
                  <a:pt x="4184617" y="88582"/>
                </a:lnTo>
                <a:lnTo>
                  <a:pt x="4165472" y="88582"/>
                </a:lnTo>
                <a:close/>
                <a:moveTo>
                  <a:pt x="4079652" y="190"/>
                </a:moveTo>
                <a:lnTo>
                  <a:pt x="4156900" y="190"/>
                </a:lnTo>
                <a:lnTo>
                  <a:pt x="4156900" y="17811"/>
                </a:lnTo>
                <a:lnTo>
                  <a:pt x="4128420" y="17811"/>
                </a:lnTo>
                <a:lnTo>
                  <a:pt x="4128420" y="88582"/>
                </a:lnTo>
                <a:lnTo>
                  <a:pt x="4108227" y="88582"/>
                </a:lnTo>
                <a:lnTo>
                  <a:pt x="4108227" y="17811"/>
                </a:lnTo>
                <a:lnTo>
                  <a:pt x="4079652" y="17811"/>
                </a:lnTo>
                <a:close/>
                <a:moveTo>
                  <a:pt x="831532" y="190"/>
                </a:moveTo>
                <a:lnTo>
                  <a:pt x="998600" y="190"/>
                </a:lnTo>
                <a:lnTo>
                  <a:pt x="998600" y="887349"/>
                </a:lnTo>
                <a:lnTo>
                  <a:pt x="831532" y="887349"/>
                </a:lnTo>
                <a:close/>
                <a:moveTo>
                  <a:pt x="0" y="0"/>
                </a:moveTo>
                <a:lnTo>
                  <a:pt x="709993" y="0"/>
                </a:lnTo>
                <a:lnTo>
                  <a:pt x="709993" y="177451"/>
                </a:lnTo>
                <a:lnTo>
                  <a:pt x="0" y="17745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732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AD52B1-ECBC-4FC6-ACBA-0E308655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endParaRPr lang="en-GB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B015768B-B703-B41B-2E66-6B6C0A167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000" y="6318000"/>
            <a:ext cx="10964933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9D438CA7-3832-EA33-B09A-DD6E87DFA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0175" y="6318000"/>
            <a:ext cx="37782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A2BF1572-3069-6E47-8397-0ABB8DA5B6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98957144-2C10-E4A1-CCDC-EA812DE6D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000" y="1331999"/>
            <a:ext cx="11484000" cy="4788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7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71" r:id="rId2"/>
    <p:sldLayoutId id="2147484030" r:id="rId3"/>
    <p:sldLayoutId id="2147484043" r:id="rId4"/>
    <p:sldLayoutId id="2147484044" r:id="rId5"/>
    <p:sldLayoutId id="2147484045" r:id="rId6"/>
    <p:sldLayoutId id="2147484046" r:id="rId7"/>
    <p:sldLayoutId id="2147484047" r:id="rId8"/>
    <p:sldLayoutId id="2147484048" r:id="rId9"/>
    <p:sldLayoutId id="2147484049" r:id="rId10"/>
    <p:sldLayoutId id="2147484050" r:id="rId11"/>
    <p:sldLayoutId id="2147484051" r:id="rId12"/>
    <p:sldLayoutId id="2147484052" r:id="rId13"/>
    <p:sldLayoutId id="2147484053" r:id="rId14"/>
    <p:sldLayoutId id="2147484054" r:id="rId15"/>
    <p:sldLayoutId id="2147484055" r:id="rId16"/>
    <p:sldLayoutId id="2147484056" r:id="rId17"/>
    <p:sldLayoutId id="2147484057" r:id="rId18"/>
    <p:sldLayoutId id="2147484058" r:id="rId19"/>
    <p:sldLayoutId id="2147484059" r:id="rId20"/>
    <p:sldLayoutId id="2147484060" r:id="rId21"/>
    <p:sldLayoutId id="2147484061" r:id="rId22"/>
    <p:sldLayoutId id="2147484062" r:id="rId23"/>
    <p:sldLayoutId id="2147484063" r:id="rId24"/>
    <p:sldLayoutId id="2147484081" r:id="rId25"/>
    <p:sldLayoutId id="2147484064" r:id="rId26"/>
    <p:sldLayoutId id="2147484079" r:id="rId27"/>
    <p:sldLayoutId id="2147484066" r:id="rId28"/>
    <p:sldLayoutId id="2147484067" r:id="rId29"/>
    <p:sldLayoutId id="2147484068" r:id="rId30"/>
    <p:sldLayoutId id="2147484080" r:id="rId31"/>
    <p:sldLayoutId id="2147484070" r:id="rId3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000" b="1" i="0" kern="1200">
          <a:solidFill>
            <a:schemeClr val="tx2"/>
          </a:solidFill>
          <a:latin typeface="Clash Display Semibold" pitchFamily="2" charset="0"/>
          <a:ea typeface="+mj-ea"/>
          <a:cs typeface="Poppins" pitchFamily="2" charset="77"/>
        </a:defRPr>
      </a:lvl1pPr>
    </p:titleStyle>
    <p:bodyStyle>
      <a:lvl1pPr marL="171450" marR="0" indent="-171450" algn="l" defTabSz="914377" rtl="0" eaLnBrk="1" fontAlgn="auto" latinLnBrk="0" hangingPunct="1">
        <a:lnSpc>
          <a:spcPct val="100000"/>
        </a:lnSpc>
        <a:spcBef>
          <a:spcPts val="8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en-GB" sz="1200" b="0" i="0" kern="1200" dirty="0" smtClean="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360000" marR="0" indent="-180000" algn="l" defTabSz="914377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Tx/>
        <a:buSzTx/>
        <a:buFont typeface="1976 Sans Light" pitchFamily="2" charset="77"/>
        <a:buChar char="−"/>
        <a:tabLst/>
        <a:defRPr lang="en-GB" sz="1200" b="0" kern="1200" dirty="0" smtClean="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2pPr>
      <a:lvl3pPr marL="540000" marR="0" indent="-180000" algn="l" defTabSz="914377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Tx/>
        <a:buSzTx/>
        <a:buFont typeface="1976 Sans Light" pitchFamily="2" charset="77"/>
        <a:buChar char="−"/>
        <a:tabLst/>
        <a:defRPr lang="en-GB" sz="1200" b="0" kern="1200" dirty="0" smtClean="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3pPr>
      <a:lvl4pPr marL="720000" marR="0" indent="-180000" algn="l" defTabSz="914377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Tx/>
        <a:buSzTx/>
        <a:buFont typeface="1976 Sans Light" pitchFamily="2" charset="77"/>
        <a:buChar char="−"/>
        <a:tabLst/>
        <a:defRPr lang="en-GB" sz="1200" b="0" kern="1200" dirty="0" smtClean="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4pPr>
      <a:lvl5pPr marL="900000" marR="0" indent="-180000" algn="l" defTabSz="914377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Tx/>
        <a:buSzTx/>
        <a:buFont typeface="1976 Sans Light" pitchFamily="2" charset="77"/>
        <a:buChar char="−"/>
        <a:tabLst/>
        <a:defRPr lang="en-GB" sz="1200" b="0" kern="1200" dirty="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5pPr>
      <a:lvl6pPr marL="10057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4" userDrawn="1">
          <p15:clr>
            <a:srgbClr val="F26B43"/>
          </p15:clr>
        </p15:guide>
        <p15:guide id="2" pos="224" userDrawn="1">
          <p15:clr>
            <a:srgbClr val="F26B43"/>
          </p15:clr>
        </p15:guide>
        <p15:guide id="3" pos="7447" userDrawn="1">
          <p15:clr>
            <a:srgbClr val="F26B43"/>
          </p15:clr>
        </p15:guide>
        <p15:guide id="4" orient="horz" pos="224" userDrawn="1">
          <p15:clr>
            <a:srgbClr val="F26B43"/>
          </p15:clr>
        </p15:guide>
        <p15:guide id="5" orient="horz" pos="651" userDrawn="1">
          <p15:clr>
            <a:srgbClr val="F26B43"/>
          </p15:clr>
        </p15:guide>
        <p15:guide id="6" orient="horz" pos="3876" userDrawn="1">
          <p15:clr>
            <a:srgbClr val="F26B43"/>
          </p15:clr>
        </p15:guide>
        <p15:guide id="7" orient="horz" pos="4093" userDrawn="1">
          <p15:clr>
            <a:srgbClr val="F26B43"/>
          </p15:clr>
        </p15:guide>
        <p15:guide id="8" orient="horz" pos="4201" userDrawn="1">
          <p15:clr>
            <a:srgbClr val="F26B43"/>
          </p15:clr>
        </p15:guide>
        <p15:guide id="9" pos="115" userDrawn="1">
          <p15:clr>
            <a:srgbClr val="F26B43"/>
          </p15:clr>
        </p15:guide>
        <p15:guide id="10" orient="horz" pos="108" userDrawn="1">
          <p15:clr>
            <a:srgbClr val="F26B43"/>
          </p15:clr>
        </p15:guide>
        <p15:guide id="11" pos="454" userDrawn="1">
          <p15:clr>
            <a:srgbClr val="F26B43"/>
          </p15:clr>
        </p15:guide>
        <p15:guide id="12" pos="1159" userDrawn="1">
          <p15:clr>
            <a:srgbClr val="F26B43"/>
          </p15:clr>
        </p15:guide>
        <p15:guide id="13" pos="1274" userDrawn="1">
          <p15:clr>
            <a:srgbClr val="F26B43"/>
          </p15:clr>
        </p15:guide>
        <p15:guide id="14" pos="2209" userDrawn="1">
          <p15:clr>
            <a:srgbClr val="F26B43"/>
          </p15:clr>
        </p15:guide>
        <p15:guide id="15" pos="2324" userDrawn="1">
          <p15:clr>
            <a:srgbClr val="F26B43"/>
          </p15:clr>
        </p15:guide>
        <p15:guide id="16" pos="3259" userDrawn="1">
          <p15:clr>
            <a:srgbClr val="F26B43"/>
          </p15:clr>
        </p15:guide>
        <p15:guide id="17" pos="3368" userDrawn="1">
          <p15:clr>
            <a:srgbClr val="F26B43"/>
          </p15:clr>
        </p15:guide>
        <p15:guide id="18" pos="4303" userDrawn="1">
          <p15:clr>
            <a:srgbClr val="F26B43"/>
          </p15:clr>
        </p15:guide>
        <p15:guide id="19" pos="4411" userDrawn="1">
          <p15:clr>
            <a:srgbClr val="F26B43"/>
          </p15:clr>
        </p15:guide>
        <p15:guide id="20" pos="5353" userDrawn="1">
          <p15:clr>
            <a:srgbClr val="F26B43"/>
          </p15:clr>
        </p15:guide>
        <p15:guide id="21" pos="5462" userDrawn="1">
          <p15:clr>
            <a:srgbClr val="F26B43"/>
          </p15:clr>
        </p15:guide>
        <p15:guide id="22" pos="6397" userDrawn="1">
          <p15:clr>
            <a:srgbClr val="F26B43"/>
          </p15:clr>
        </p15:guide>
        <p15:guide id="23" pos="6512" userDrawn="1">
          <p15:clr>
            <a:srgbClr val="F26B43"/>
          </p15:clr>
        </p15:guide>
        <p15:guide id="24" pos="7563" userDrawn="1">
          <p15:clr>
            <a:srgbClr val="F26B43"/>
          </p15:clr>
        </p15:guide>
        <p15:guide id="25" orient="horz" pos="867" userDrawn="1">
          <p15:clr>
            <a:srgbClr val="F26B43"/>
          </p15:clr>
        </p15:guide>
        <p15:guide id="26" orient="horz" pos="1084" userDrawn="1">
          <p15:clr>
            <a:srgbClr val="F26B43"/>
          </p15:clr>
        </p15:guide>
        <p15:guide id="27" orient="horz" pos="1294" userDrawn="1">
          <p15:clr>
            <a:srgbClr val="F26B43"/>
          </p15:clr>
        </p15:guide>
        <p15:guide id="28" orient="horz" pos="1511" userDrawn="1">
          <p15:clr>
            <a:srgbClr val="F26B43"/>
          </p15:clr>
        </p15:guide>
        <p15:guide id="29" orient="horz" pos="1728" userDrawn="1">
          <p15:clr>
            <a:srgbClr val="F26B43"/>
          </p15:clr>
        </p15:guide>
        <p15:guide id="30" orient="horz" pos="1945" userDrawn="1">
          <p15:clr>
            <a:srgbClr val="F26B43"/>
          </p15:clr>
        </p15:guide>
        <p15:guide id="31" orient="horz" pos="2155" userDrawn="1">
          <p15:clr>
            <a:srgbClr val="F26B43"/>
          </p15:clr>
        </p15:guide>
        <p15:guide id="32" orient="horz" pos="2372" userDrawn="1">
          <p15:clr>
            <a:srgbClr val="F26B43"/>
          </p15:clr>
        </p15:guide>
        <p15:guide id="33" orient="horz" pos="2589" userDrawn="1">
          <p15:clr>
            <a:srgbClr val="F26B43"/>
          </p15:clr>
        </p15:guide>
        <p15:guide id="34" orient="horz" pos="2805" userDrawn="1">
          <p15:clr>
            <a:srgbClr val="F26B43"/>
          </p15:clr>
        </p15:guide>
        <p15:guide id="35" orient="horz" pos="3016" userDrawn="1">
          <p15:clr>
            <a:srgbClr val="F26B43"/>
          </p15:clr>
        </p15:guide>
        <p15:guide id="36" orient="horz" pos="3666" userDrawn="1">
          <p15:clr>
            <a:srgbClr val="F26B43"/>
          </p15:clr>
        </p15:guide>
        <p15:guide id="37" orient="horz" pos="3449" userDrawn="1">
          <p15:clr>
            <a:srgbClr val="F26B43"/>
          </p15:clr>
        </p15:guide>
        <p15:guide id="38" orient="horz" pos="3232" userDrawn="1">
          <p15:clr>
            <a:srgbClr val="F26B43"/>
          </p15:clr>
        </p15:guide>
      </p15:sldGuideLst>
    </p:ext>
  </p:extLst>
</p:sldMaster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3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FAAF396-4F0C-8DD6-CC3A-9703FED8E2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000" y="6318000"/>
            <a:ext cx="10964933" cy="360000"/>
          </a:xfrm>
        </p:spPr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DFE3D-3209-0DE7-1F0B-CBCFC06BC4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0175" y="6318000"/>
            <a:ext cx="377825" cy="360000"/>
          </a:xfrm>
        </p:spPr>
        <p:txBody>
          <a:bodyPr/>
          <a:lstStyle/>
          <a:p>
            <a:fld id="{A2BF1572-3069-6E47-8397-0ABB8DA5B6BA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3A3819-48C6-B8E2-9BE7-00C48F69B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323999"/>
            <a:ext cx="11484000" cy="774000"/>
          </a:xfrm>
        </p:spPr>
        <p:txBody>
          <a:bodyPr vert="horz"/>
          <a:lstStyle/>
          <a:p>
            <a:r>
              <a:rPr lang="en-GB" dirty="0"/>
              <a:t>Royal Jackpot | every cash hand has a stake in the moment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8954D-B833-03F7-C8A0-684C8221F7B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4000" y="1836000"/>
            <a:ext cx="11484000" cy="4284000"/>
          </a:xfrm>
        </p:spPr>
        <p:txBody>
          <a:bodyPr/>
          <a:lstStyle/>
          <a:p>
            <a:r>
              <a:rPr lang="en-GB" dirty="0"/>
              <a:t>1¢ per bet → progressive global pot, fully visible site-wide</a:t>
            </a:r>
          </a:p>
          <a:p>
            <a:r>
              <a:rPr lang="en-GB" dirty="0"/>
              <a:t>Hit a Royal Flush at a qualifying cash table → win it. Table-mates split 10%</a:t>
            </a:r>
          </a:p>
          <a:p>
            <a:r>
              <a:rPr lang="en-GB" dirty="0"/>
              <a:t>Site-wide drama on every win → earned media, social moment, the community feel cash games lack</a:t>
            </a:r>
          </a:p>
          <a:p>
            <a:endParaRPr lang="en-GB"/>
          </a:p>
          <a:p>
            <a:pPr>
              <a:buNone/>
            </a:pPr>
            <a:r>
              <a:rPr lang="en-GB" b="1" dirty="0"/>
              <a:t>Next step: </a:t>
            </a:r>
            <a:r>
              <a:rPr lang="en-GB" dirty="0"/>
              <a:t>Legal + Game Integrity review and a 6-week build to validate with player research.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6D9D69-0CF7-90DD-42A8-9D3B46E16B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4000" y="1332000"/>
            <a:ext cx="11484000" cy="360000"/>
          </a:xfrm>
        </p:spPr>
        <p:txBody>
          <a:bodyPr/>
          <a:lstStyle/>
          <a:p>
            <a:r>
              <a:rPr lang="en-GB" dirty="0"/>
              <a:t>$1.2M projected average jackpot</a:t>
            </a:r>
          </a:p>
        </p:txBody>
      </p:sp>
    </p:spTree>
    <p:extLst>
      <p:ext uri="{BB962C8B-B14F-4D97-AF65-F5344CB8AC3E}">
        <p14:creationId xmlns:p14="http://schemas.microsoft.com/office/powerpoint/2010/main" val="1094056521"/>
      </p:ext>
    </p:extLst>
  </p:cSld>
  <p:clrMapOvr>
    <a:masterClrMapping/>
  </p:clrMapOvr>
</p:sld>
</file>

<file path=ppt/theme/theme1.xml><?xml version="1.0" encoding="utf-8"?>
<a:theme xmlns:a="http://schemas.openxmlformats.org/drawingml/2006/main" name="Flutter">
  <a:themeElements>
    <a:clrScheme name="Flutter Colors 25 Rev1">
      <a:dk1>
        <a:srgbClr val="000000"/>
      </a:dk1>
      <a:lt1>
        <a:srgbClr val="FFFFFF"/>
      </a:lt1>
      <a:dk2>
        <a:srgbClr val="16205B"/>
      </a:dk2>
      <a:lt2>
        <a:srgbClr val="CCE5FF"/>
      </a:lt2>
      <a:accent1>
        <a:srgbClr val="0285FF"/>
      </a:accent1>
      <a:accent2>
        <a:srgbClr val="61D27E"/>
      </a:accent2>
      <a:accent3>
        <a:srgbClr val="D5225D"/>
      </a:accent3>
      <a:accent4>
        <a:srgbClr val="F8CD4B"/>
      </a:accent4>
      <a:accent5>
        <a:srgbClr val="895CFF"/>
      </a:accent5>
      <a:accent6>
        <a:srgbClr val="0B112E"/>
      </a:accent6>
      <a:hlink>
        <a:srgbClr val="0285FF"/>
      </a:hlink>
      <a:folHlink>
        <a:srgbClr val="61D27E"/>
      </a:folHlink>
    </a:clrScheme>
    <a:fontScheme name="Flutter Fonts">
      <a:majorFont>
        <a:latin typeface="Clash Display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lnSpc>
            <a:spcPct val="95000"/>
          </a:lnSpc>
          <a:spcBef>
            <a:spcPts val="1200"/>
          </a:spcBef>
          <a:defRPr dirty="0">
            <a:solidFill>
              <a:schemeClr val="tx2"/>
            </a:solidFill>
          </a:defRPr>
        </a:defPPr>
      </a:lstStyle>
    </a:txDef>
  </a:objectDefaults>
  <a:extraClrSchemeLst/>
  <a:custClrLst>
    <a:custClr name="tombola teal">
      <a:srgbClr val="00B2AC"/>
    </a:custClr>
    <a:custClr name="Betfair yellow">
      <a:srgbClr val="FFB80C"/>
    </a:custClr>
    <a:custClr name="Paddy Power green">
      <a:srgbClr val="004833"/>
    </a:custClr>
    <a:custClr name="Sky Bet blue">
      <a:srgbClr val="00277C"/>
    </a:custClr>
    <a:custClr name="Sky Bet red">
      <a:srgbClr val="DC1210"/>
    </a:custClr>
    <a:custClr name="Sky Vegas red">
      <a:srgbClr val="D91217"/>
    </a:custClr>
    <a:custClr name="Sky Casino green">
      <a:srgbClr val="21544D"/>
    </a:custClr>
    <a:custClr name="Sky Bingo purple">
      <a:srgbClr val="503590"/>
    </a:custClr>
    <a:custClr name="Sky Poker blue">
      <a:srgbClr val="1866BC"/>
    </a:custClr>
    <a:custClr name="PokerStars red">
      <a:srgbClr val="D70A0A"/>
    </a:custClr>
  </a:custClrLst>
  <a:extLst>
    <a:ext uri="{05A4C25C-085E-4340-85A3-A5531E510DB2}">
      <thm15:themeFamily xmlns:thm15="http://schemas.microsoft.com/office/thememl/2012/main" name="2025-07 Flutter UKI Template vFinal" id="{EB04AC5D-A3FF-CB4C-899F-55887C706C38}" vid="{291F2A91-6836-E543-B902-29FD231D40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a9c950-dbe7-41a6-8df7-e238ea94317a" xsi:nil="true"/>
    <_ip_UnifiedCompliancePolicyUIAction xmlns="http://schemas.microsoft.com/sharepoint/v3" xsi:nil="true"/>
    <lcf76f155ced4ddcb4097134ff3c332f xmlns="fa593593-cfcd-418d-8f54-5de23d2547bf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EDEB2F6B16C24491321F157695C7A9" ma:contentTypeVersion="18" ma:contentTypeDescription="Create a new document." ma:contentTypeScope="" ma:versionID="ffe4f08fbb5448de46bdb2fd50cac974">
  <xsd:schema xmlns:xsd="http://www.w3.org/2001/XMLSchema" xmlns:xs="http://www.w3.org/2001/XMLSchema" xmlns:p="http://schemas.microsoft.com/office/2006/metadata/properties" xmlns:ns1="http://schemas.microsoft.com/sharepoint/v3" xmlns:ns2="fa593593-cfcd-418d-8f54-5de23d2547bf" xmlns:ns3="28a9c950-dbe7-41a6-8df7-e238ea94317a" targetNamespace="http://schemas.microsoft.com/office/2006/metadata/properties" ma:root="true" ma:fieldsID="8db123eadd7aa5ca0727b6c5a08f8afe" ns1:_="" ns2:_="" ns3:_="">
    <xsd:import namespace="http://schemas.microsoft.com/sharepoint/v3"/>
    <xsd:import namespace="fa593593-cfcd-418d-8f54-5de23d2547bf"/>
    <xsd:import namespace="28a9c950-dbe7-41a6-8df7-e238ea9431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593593-cfcd-418d-8f54-5de23d254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c103197-b420-457a-ab2d-ed058b65f2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a9c950-dbe7-41a6-8df7-e238ea94317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5dd97f1-4cbb-4dc1-818b-a37bbc33942f}" ma:internalName="TaxCatchAll" ma:showField="CatchAllData" ma:web="28a9c950-dbe7-41a6-8df7-e238ea9431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16363C-6396-4F2C-8A9C-BBF87D453DAB}">
  <ds:schemaRefs>
    <ds:schemaRef ds:uri="28a9c950-dbe7-41a6-8df7-e238ea94317a"/>
    <ds:schemaRef ds:uri="fa593593-cfcd-418d-8f54-5de23d2547b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DA4A809-E1A0-4DC4-8018-0EFAB916DE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84ECB3-A460-4CEB-B20A-D16D77452DA5}">
  <ds:schemaRefs>
    <ds:schemaRef ds:uri="28a9c950-dbe7-41a6-8df7-e238ea94317a"/>
    <ds:schemaRef ds:uri="fa593593-cfcd-418d-8f54-5de23d2547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Flutter</Template>
  <TotalTime>13</TotalTime>
  <Words>132</Words>
  <Application>Microsoft Macintosh PowerPoint</Application>
  <PresentationFormat>Widescreen</PresentationFormat>
  <Paragraphs>75</Paragraphs>
  <Slides>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Clash Display</vt:lpstr>
      <vt:lpstr>Clash Display Semibold</vt:lpstr>
      <vt:lpstr>Poppins</vt:lpstr>
      <vt:lpstr>Arial</vt:lpstr>
      <vt:lpstr>1976 Sans Light</vt:lpstr>
      <vt:lpstr>Flutter</vt:lpstr>
      <vt:lpstr>think-cell Slide</vt:lpstr>
      <vt:lpstr>Title </vt:lpstr>
      <vt:lpstr>Contents</vt:lpstr>
      <vt:lpstr>Title</vt:lpstr>
      <vt:lpstr>Tables</vt:lpstr>
      <vt:lpstr>Section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Dirs</dc:creator>
  <cp:lastModifiedBy>James Dirs</cp:lastModifiedBy>
  <cp:revision>1</cp:revision>
  <dcterms:created xsi:type="dcterms:W3CDTF">2026-03-17T12:49:49Z</dcterms:created>
  <dcterms:modified xsi:type="dcterms:W3CDTF">2026-03-17T13:03:38Z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f6832b-0c40-4b9e-9ae0-ae73bcd49636_Enabled">
    <vt:lpwstr>true</vt:lpwstr>
  </property>
  <property fmtid="{D5CDD505-2E9C-101B-9397-08002B2CF9AE}" pid="3" name="MSIP_Label_e6f6832b-0c40-4b9e-9ae0-ae73bcd49636_SetDate">
    <vt:lpwstr>2025-03-14T10:04:56Z</vt:lpwstr>
  </property>
  <property fmtid="{D5CDD505-2E9C-101B-9397-08002B2CF9AE}" pid="4" name="MSIP_Label_e6f6832b-0c40-4b9e-9ae0-ae73bcd49636_Method">
    <vt:lpwstr>Standard</vt:lpwstr>
  </property>
  <property fmtid="{D5CDD505-2E9C-101B-9397-08002B2CF9AE}" pid="5" name="MSIP_Label_e6f6832b-0c40-4b9e-9ae0-ae73bcd49636_Name">
    <vt:lpwstr>Internal</vt:lpwstr>
  </property>
  <property fmtid="{D5CDD505-2E9C-101B-9397-08002B2CF9AE}" pid="6" name="MSIP_Label_e6f6832b-0c40-4b9e-9ae0-ae73bcd49636_SiteId">
    <vt:lpwstr>7acc61c5-e4a5-49d2-a52a-3ce24c726371</vt:lpwstr>
  </property>
  <property fmtid="{D5CDD505-2E9C-101B-9397-08002B2CF9AE}" pid="7" name="MSIP_Label_e6f6832b-0c40-4b9e-9ae0-ae73bcd49636_ActionId">
    <vt:lpwstr>c019089a-c65e-4012-9175-a2438c9641fe</vt:lpwstr>
  </property>
  <property fmtid="{D5CDD505-2E9C-101B-9397-08002B2CF9AE}" pid="8" name="MSIP_Label_e6f6832b-0c40-4b9e-9ae0-ae73bcd49636_ContentBits">
    <vt:lpwstr>0</vt:lpwstr>
  </property>
  <property fmtid="{D5CDD505-2E9C-101B-9397-08002B2CF9AE}" pid="9" name="MSIP_Label_e6f6832b-0c40-4b9e-9ae0-ae73bcd49636_Tag">
    <vt:lpwstr>50, 3, 0, 1</vt:lpwstr>
  </property>
  <property fmtid="{D5CDD505-2E9C-101B-9397-08002B2CF9AE}" pid="10" name="ContentTypeId">
    <vt:lpwstr>0x010100B4EDEB2F6B16C24491321F157695C7A9</vt:lpwstr>
  </property>
  <property fmtid="{D5CDD505-2E9C-101B-9397-08002B2CF9AE}" pid="11" name="MediaServiceImageTags">
    <vt:lpwstr/>
  </property>
  <property fmtid="{D5CDD505-2E9C-101B-9397-08002B2CF9AE}" pid="12" name="MSIP_Label_986492d6-3979-43e4-949e-6e3402943631_ActionId">
    <vt:lpwstr>5e722237-803a-45c0-9e7d-f285ddf1314c</vt:lpwstr>
  </property>
  <property fmtid="{D5CDD505-2E9C-101B-9397-08002B2CF9AE}" pid="13" name="MSIP_Label_986492d6-3979-43e4-949e-6e3402943631_Tag">
    <vt:lpwstr>10, 3, 0, 1</vt:lpwstr>
  </property>
  <property fmtid="{D5CDD505-2E9C-101B-9397-08002B2CF9AE}" pid="14" name="MSIP_Label_986492d6-3979-43e4-949e-6e3402943631_Enabled">
    <vt:lpwstr>true</vt:lpwstr>
  </property>
  <property fmtid="{D5CDD505-2E9C-101B-9397-08002B2CF9AE}" pid="15" name="MSIP_Label_986492d6-3979-43e4-949e-6e3402943631_Name">
    <vt:lpwstr>Internal</vt:lpwstr>
  </property>
  <property fmtid="{D5CDD505-2E9C-101B-9397-08002B2CF9AE}" pid="16" name="MSIP_Label_986492d6-3979-43e4-949e-6e3402943631_SetDate">
    <vt:lpwstr>2025-07-09T11:25:10Z</vt:lpwstr>
  </property>
  <property fmtid="{D5CDD505-2E9C-101B-9397-08002B2CF9AE}" pid="17" name="MSIP_Label_986492d6-3979-43e4-949e-6e3402943631_SiteId">
    <vt:lpwstr>0acef020-dbe4-4221-99a6-c7c69dd68e89</vt:lpwstr>
  </property>
  <property fmtid="{D5CDD505-2E9C-101B-9397-08002B2CF9AE}" pid="18" name="MSIP_Label_986492d6-3979-43e4-949e-6e3402943631_Method">
    <vt:lpwstr>Standard</vt:lpwstr>
  </property>
  <property fmtid="{D5CDD505-2E9C-101B-9397-08002B2CF9AE}" pid="19" name="MSIP_Label_986492d6-3979-43e4-949e-6e3402943631_ContentBits">
    <vt:lpwstr>0</vt:lpwstr>
  </property>
</Properties>
</file>